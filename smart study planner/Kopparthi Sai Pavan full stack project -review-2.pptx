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59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fd64fb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8fd64fb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fd64fb5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8fd64fb5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fd64fb5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8fd64fb5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8fd64fb5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8fd64fb5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" name="Google Shape;3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1" name="Google Shape;3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8fd64fb5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8fd64fb5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5" name="Google Shape;4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Study Planner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SzPts val="3000"/>
            </a:pPr>
            <a:r>
              <a:rPr lang="en-US" sz="3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endParaRPr lang="en-US" dirty="0"/>
          </a:p>
          <a:p>
            <a:pPr lvl="0">
              <a:lnSpc>
                <a:spcPct val="150000"/>
              </a:lnSpc>
              <a:buSzPts val="3000"/>
            </a:pPr>
            <a:r>
              <a:rPr lang="en-US" sz="3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STUDENT NAME: </a:t>
            </a:r>
            <a:r>
              <a:rPr lang="en-US" sz="3000" dirty="0" err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Kopparthi</a:t>
            </a:r>
            <a:r>
              <a:rPr lang="en-US" sz="3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Sai Pavan – VTU25916 – Reg.No.23UESS0036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SzPts val="3000"/>
            </a:pPr>
            <a:r>
              <a:rPr lang="en-US" sz="3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Courses Handling Faculty:</a:t>
            </a:r>
            <a:endParaRPr lang="en-US" dirty="0"/>
          </a:p>
          <a:p>
            <a:pPr lvl="0">
              <a:lnSpc>
                <a:spcPct val="150000"/>
              </a:lnSpc>
              <a:buSzPts val="3000"/>
            </a:pPr>
            <a:r>
              <a:rPr lang="en-US" sz="3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Shahul Hameed </a:t>
            </a:r>
            <a:r>
              <a:rPr lang="fr-FR" sz="30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C, PhD., M.E., B.E., DCE , TTS3981Assistant Professor</a:t>
            </a:r>
            <a:endParaRPr lang="en-US" sz="30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replace content &quot;&#10;&#10;• Background:&#10; Modern education has shifted heavily toward digital resources, leaving students overwhelmed  with numerous PDFs, PPTs, and web links across various subjects&#10;• Problem Context:&#10; Manually managing these files and tracking study tasks across different platforms often leads to  academic disorganization and missed deadlines&#10;• Importance:&#10; This project is crucial for creating a structured learning environment that integrates resource  management with active study tools.&#10;• Real-world Relevance:&#10;  As digital learning becomes the standard, students need specialized tools—rather than general  storage—to streamline their exam preparation and daily productivity&#10;• System Overview:&#10;  The smart student study planner is a full-stack Java application that centralizes document  storage, subject organization, and interactive revision boards in one secure platform&quot; with &quot;Background: The shift to digital education leaves students overwhelmed with scattered resources (PDFs, PPTs, web links) across multiple subjects.&#10;The Problem: Manual file tracking across different platforms causes academic disorganization, reduced productivity, and missed deadlines.&#10;The Need: Students require specialized tools—not just general cloud storage—to actively streamline exam preparation and daily tasks.&#10;Our Solution: The Smart Study Planner—a full-stack Java application centralizing secure document storage, subject organization, and interactive revision tools in one structured platform.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129875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replace &quot;Students currently rely on generic cloud storage or manual folder systems to manage diverse academic resources like PDFs and PPT&#10;&#10;This manual approach leads to significant inefficiency in retrieving specific documents during exam preparation.&#10;&#10;The existing tools lack a centralized way to link study materials directly to a specific subject-wise schedule.&#10;&#10;There is no integrated platform that combines document storage with active study aids like revision cards and task reminders.&#10;&#10;As a result , students often miss deadlines or struggle with disorganized study environments.&#10;&#10;There is a clear need for a simple, automated, and secure system that streamlines study resources and improves academic focus.&#10;&#10;&#10;&#10;&quot; with &quot;Fragmented Tools: Reliance on generic cloud storage or manual folders causes significant delays in finding specific documents during exam prep.&#10;Lack of Context: Existing tools fail to link study materials directly to subject-wise schedules or tasks.&#10;Missing Integration: There is no single platform that combines simple document storage with active study aids (like revision cards and reminders).&#10;The Impact: Students suffer from disorganized study environments, leading to decreased productivity and missed deadlines.&#10;The Clear Need: A simple, secure, and automated system designed specifically to streamline resources and maximize academic focus.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replace • To design and develop a full-stack Spring Boot application that centralizes student study resources through a subject-linked document management system.&#10;&#10;&#10;• To implement an interactive Study Board with visual revision cards and automated task reminders to improve academic productivity and exam preparation&#10;&#10;&quot; with &quot;Centralized Resource Management: Design and develop a full-stack Spring Boot application that organizes and centralizes study materials through a subject-linked document system.&#10;Interactive Study Tools: Implement a dynamic Study Board featuring visual revision cards and automated task reminders to boost academic productivity and streamline exam prep.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 descr="replace &quot;• Comprehensive Study Hub:&#10;•  A centralized platform built with Spring Boot and MySQL that integrates subject management, document storage, and task tracking.&#10;• Intelligent File Categorization: Automated system that links uploaded PDFs and PPTs directly to specific subjects for effortless retrieval&#10;• Interactive Study Boards: A dedicated module for exam revision featuring visual &quot;Revision Cards&quot; that support both text and images&#10;• Smart UI Components: Implementation of Modal Overlays allows users to view and edit revision content without navigating away from the main dashboard&#10;• Direct Browser Viewing: Eliminates local storage clutter by allowing users to view study materials directly within the browser tab&#10;• Integrate productivity and growth:Includes  a to-do-list with automated reminders to help students manage deadlines and academic schedules.&#10;• Live Activity Tracking: A real-time dashboard feed that logs recent user actions, ensuring a seamless &quot;pick-up-where-you-left-off&quot; experience&#10;• Robust Security: Features secure Spring Security authentication and a dedicated profile management system for personal data protection&#10;&quot; with &quot;Comprehensive Hub: Centralizes subjects, documents, and tasks using Spring Boot &amp; MySQL.&#10;Intelligent Categorization: Automatically links uploaded PDFs &amp; PPTs to specific subjects for instant retrieval.&#10;Interactive Study Boards: Features visual &quot;Revision Cards&quot; (supporting text &amp; images) for active exam prep.&#10;Integrated Productivity: Built-in to-do lists and automated reminders to effectively manage deadlines.&#10;Seamless Experience: In-browser document viewing and modal overlays for quick editing without leaving the dashboard.&#10;Live Activity Tracking: Real-time action feed providing a smooth &quot;pick-up-where-you-left-off&quot; experience.&#10;Robust Security: Spring Security authentication and protected profile management for strict data privacy.&quot;&#10;&#10;&#10;"/>
          <p:cNvPicPr preferRelativeResize="0"/>
          <p:nvPr/>
        </p:nvPicPr>
        <p:blipFill rotWithShape="1">
          <a:blip r:embed="rId3">
            <a:alphaModFix/>
          </a:blip>
          <a:srcRect r="23012"/>
          <a:stretch/>
        </p:blipFill>
        <p:spPr>
          <a:xfrm>
            <a:off x="467812" y="0"/>
            <a:ext cx="141901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8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123" name="Google Shape;12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9"/>
                <a:buFont typeface="Arial"/>
                <a:buNone/>
              </a:pPr>
              <a:r>
                <a:rPr lang="en-US" sz="2699" b="0" i="0" u="none" strike="noStrike" cap="none">
                  <a:solidFill>
                    <a:srgbClr val="FFFEFE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8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32" name="Google Shape;132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35" name="Google Shape;135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138" name="Google Shape;138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147" name="Google Shape;147;p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18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ARCHITECTURE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2209800" y="1638300"/>
            <a:ext cx="15082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8" descr="based on the ppt genrate a proposed system architecture"/>
          <p:cNvPicPr preferRelativeResize="0"/>
          <p:nvPr/>
        </p:nvPicPr>
        <p:blipFill rotWithShape="1">
          <a:blip r:embed="rId3">
            <a:alphaModFix/>
          </a:blip>
          <a:srcRect t="12549"/>
          <a:stretch/>
        </p:blipFill>
        <p:spPr>
          <a:xfrm>
            <a:off x="2362400" y="1987091"/>
            <a:ext cx="15367278" cy="75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title="Gemini_Generated_Image_3a7gyi3a7gyi3a7g.png"/>
          <p:cNvPicPr preferRelativeResize="0"/>
          <p:nvPr/>
        </p:nvPicPr>
        <p:blipFill rotWithShape="1">
          <a:blip r:embed="rId4">
            <a:alphaModFix/>
          </a:blip>
          <a:srcRect l="-2659" t="-18638" b="1638"/>
          <a:stretch/>
        </p:blipFill>
        <p:spPr>
          <a:xfrm>
            <a:off x="1701825" y="1904750"/>
            <a:ext cx="15082199" cy="811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9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9"/>
                <a:buFont typeface="Arial"/>
                <a:buNone/>
              </a:pPr>
              <a:r>
                <a:rPr lang="en-US" sz="2699" b="0" i="0" u="none" strike="noStrike" cap="none">
                  <a:solidFill>
                    <a:srgbClr val="FFFEFE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1" name="Google Shape;171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177" name="Google Shape;177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180" name="Google Shape;180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19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183" name="Google Shape;183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19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9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2209800" y="1638300"/>
            <a:ext cx="150822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t="22091" b="22096"/>
          <a:stretch/>
        </p:blipFill>
        <p:spPr>
          <a:xfrm>
            <a:off x="2615649" y="1638300"/>
            <a:ext cx="13932876" cy="77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0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197" name="Google Shape;197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9"/>
                <a:buFont typeface="Arial"/>
                <a:buNone/>
              </a:pPr>
              <a:r>
                <a:rPr lang="en-US" sz="2699" b="0" i="0" u="none" strike="noStrike" cap="none">
                  <a:solidFill>
                    <a:srgbClr val="FFFEFE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00" name="Google Shape;200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03" name="Google Shape;203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2" name="Google Shape;212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221" name="Google Shape;221;p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2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0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209800" y="1638300"/>
            <a:ext cx="15082200" cy="784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CSS,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Postman,thymeleaf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 Boot, Java (JDK 17+), Spring Web (REST API).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Database: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</a:p>
          <a:p>
            <a:pPr marL="457200" indent="-457200"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dirty="0"/>
              <a:t>Third-Party API: </a:t>
            </a:r>
            <a:r>
              <a:rPr lang="en-US" sz="2800" dirty="0"/>
              <a:t>Mistral ai</a:t>
            </a:r>
            <a:endParaRPr sz="2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IntelliJ IDEA / Eclipse, Maven (build tool).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Hardware: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Minimum 4GB RAM,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Laptop/Desktop System.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Requirements: 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 JDK 17+,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Spring Boot,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MySQL,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IntelliJ / Eclipse IDE,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Postman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1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231" name="Google Shape;231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9"/>
                <a:buFont typeface="Arial"/>
                <a:buNone/>
              </a:pPr>
              <a:r>
                <a:rPr lang="en-US" sz="2699" b="0" i="0" u="none" strike="noStrike" cap="none">
                  <a:solidFill>
                    <a:srgbClr val="FFFEFE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37" name="Google Shape;237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0" name="Google Shape;240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2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43" name="Google Shape;243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21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46" name="Google Shape;246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21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9" name="Google Shape;249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21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52" name="Google Shape;252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255" name="Google Shape;255;p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p21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258" name="Google Shape;258;p21"/>
          <p:cNvGrpSpPr/>
          <p:nvPr/>
        </p:nvGrpSpPr>
        <p:grpSpPr>
          <a:xfrm>
            <a:off x="17170670" y="-193569"/>
            <a:ext cx="10994424" cy="10994424"/>
            <a:chOff x="0" y="0"/>
            <a:chExt cx="812800" cy="812800"/>
          </a:xfrm>
        </p:grpSpPr>
        <p:sp>
          <p:nvSpPr>
            <p:cNvPr id="259" name="Google Shape;259;p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088475" y="1265175"/>
            <a:ext cx="15082200" cy="9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Authentication &amp; Security</a:t>
            </a: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secure user registration and login using Spring security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profile management, including data updates and password encryption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2: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&amp; Resource Management</a:t>
            </a: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Handles the core logic for adding, editing, and deleting Subjects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Facilitates the Smart Upload of PDFs and PPTs, linking files directly to their respective subject categories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3: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Revision Board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Implements the Revision Card system, allowing users to create study aids with text and images.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the Modal Overlay feature for quick content viewing and live editing without page reloads.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4: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Productivity &amp; Activity Tracker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the To-Do List and automated reminders for academic tasks.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Generates the Recent Activity Feed on the Dashboard to provide a chronological log of user progress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5: </a:t>
            </a:r>
            <a:r>
              <a:rPr lang="en-US" sz="2800" b="1">
                <a:solidFill>
                  <a:schemeClr val="dk1"/>
                </a:solidFill>
              </a:rPr>
              <a:t>AI powers asssist</a:t>
            </a:r>
            <a:endParaRPr sz="110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the mistral api to provide intelligent aware study assitance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268" name="Google Shape;268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74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" name="Google Shape;270;p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71" name="Google Shape;271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22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74" name="Google Shape;274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" name="Google Shape;276;p22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77" name="Google Shape;277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2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80" name="Google Shape;280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83" name="Google Shape;283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2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86" name="Google Shape;286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22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89" name="Google Shape;289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2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292" name="Google Shape;292;p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2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295" name="Google Shape;295;p22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2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0499" y="1435194"/>
            <a:ext cx="8448566" cy="3586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850" y="5283000"/>
            <a:ext cx="8659226" cy="4327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3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74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8(A)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23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309" name="Google Shape;309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2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315" name="Google Shape;315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23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21" name="Google Shape;321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24" name="Google Shape;324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23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327" name="Google Shape;327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2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30" name="Google Shape;330;p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23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333" name="Google Shape;333;p23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34" name="Google Shape;334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23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9656" y="1904956"/>
            <a:ext cx="7240152" cy="3463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 title="Screenshot 2026-04-24 030948.png"/>
          <p:cNvPicPr preferRelativeResize="0"/>
          <p:nvPr/>
        </p:nvPicPr>
        <p:blipFill rotWithShape="1">
          <a:blip r:embed="rId4">
            <a:alphaModFix/>
          </a:blip>
          <a:srcRect t="2768" b="2768"/>
          <a:stretch/>
        </p:blipFill>
        <p:spPr>
          <a:xfrm>
            <a:off x="2254356" y="6300999"/>
            <a:ext cx="7245083" cy="3463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9650" y="1569675"/>
            <a:ext cx="8380302" cy="403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4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345" name="Google Shape;345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74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8(B)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24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348" name="Google Shape;348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24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351" name="Google Shape;351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354" name="Google Shape;354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" name="Google Shape;356;p24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57" name="Google Shape;357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2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60" name="Google Shape;360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24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63" name="Google Shape;363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24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366" name="Google Shape;366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24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69" name="Google Shape;369;p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2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372" name="Google Shape;372;p24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73" name="Google Shape;373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4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24" title="Screenshot 2026-04-24 031034.png"/>
          <p:cNvPicPr preferRelativeResize="0"/>
          <p:nvPr/>
        </p:nvPicPr>
        <p:blipFill rotWithShape="1">
          <a:blip r:embed="rId3">
            <a:alphaModFix/>
          </a:blip>
          <a:srcRect t="990" b="1000"/>
          <a:stretch/>
        </p:blipFill>
        <p:spPr>
          <a:xfrm>
            <a:off x="1870048" y="1735594"/>
            <a:ext cx="7154030" cy="345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5691" y="5516829"/>
            <a:ext cx="7620338" cy="3702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5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384" name="Google Shape;384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74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8(C)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25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387" name="Google Shape;387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390" name="Google Shape;390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25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393" name="Google Shape;393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25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96" name="Google Shape;396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25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99" name="Google Shape;399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1" name="Google Shape;401;p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402" name="Google Shape;402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" name="Google Shape;404;p25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405" name="Google Shape;405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25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08" name="Google Shape;408;p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 cmpd="sng">
              <a:solidFill>
                <a:srgbClr val="FD622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25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411" name="Google Shape;411;p2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412" name="Google Shape;412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14350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SCREENSHOTS</a:t>
            </a:r>
            <a:endParaRPr sz="4800" b="1" i="0" u="none" strike="noStrike" cap="non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2209801" y="1638300"/>
            <a:ext cx="754380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8051" y="1394121"/>
            <a:ext cx="8212823" cy="400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1094" y="5728047"/>
            <a:ext cx="8109590" cy="3867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65E790-A7B7-55CD-68DB-FB19DDA06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3727" y="2789410"/>
            <a:ext cx="6839905" cy="48107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6" descr="&#10;replace  the content with &quot;ADVANTAGES:&#10;&#10;Centralized Learning Hub: Seamlessly integrates document storage, subject tracking, and task management into one structured platform.&#10;AI-Powered Assistance (NEW): Integrates the Mistral AI API to provide a stateful, intelligent study tutor that helps answer questions and summarize concepts in real-time.&#10;Smart Study Tools: Revision Card Modals and direct document mapping provide a much more focused experience than generic file explorers.&#10;Professional Architecture: Built using robust, industry-standard technologies (Spring Boot, MySQL, Spring Security) ensuring high scalability and data safety.&#10;LIMITATIONS:&#10;&#10;Offline Access: The application currently requires an active server connection; offline mode with local data synchronization is not yet implemented.&#10;Limited Document Editing: While optimized for viewing PDFs and PPTs, the system does not currently support real-time editing of the original uploaded files within the browser.&#10;Platform Restriction: The system is currently designed as a responsive web application; a dedicated native mobile app (Android/iOS) is a planned future expansion.&quot; this content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438" y="0"/>
            <a:ext cx="18430875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27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53"/>
              <a:buFont typeface="Arial"/>
              <a:buNone/>
            </a:pPr>
            <a:r>
              <a:rPr lang="en-US" sz="11153" b="1" i="1" u="none" strike="noStrike" cap="none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9" name="Google Shape;429;p27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30" name="Google Shape;430;p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619125" cap="sq" cmpd="sng">
              <a:solidFill>
                <a:srgbClr val="FD6220">
                  <a:alpha val="1176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431</Words>
  <Application>Microsoft Office PowerPoint</Application>
  <PresentationFormat>Custom</PresentationFormat>
  <Paragraphs>159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Cambria</vt:lpstr>
      <vt:lpstr>Arial</vt:lpstr>
      <vt:lpstr>Times New Roman</vt:lpstr>
      <vt:lpstr>Montserrat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SAIPAVAN KVRN</cp:lastModifiedBy>
  <cp:revision>2</cp:revision>
  <dcterms:modified xsi:type="dcterms:W3CDTF">2026-05-06T04:47:44Z</dcterms:modified>
</cp:coreProperties>
</file>