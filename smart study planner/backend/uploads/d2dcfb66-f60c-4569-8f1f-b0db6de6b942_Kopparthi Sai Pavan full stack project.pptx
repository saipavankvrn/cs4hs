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59" r:id="rId1"/>
  </p:sldMasterIdLst>
  <p:notesMasterIdLst>
    <p:notesMasterId r:id="rId17"/>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sldSz cx="18288000" cy="10287000"/>
  <p:notesSz cx="6858000" cy="9144000"/>
  <p:embeddedFontLst>
    <p:embeddedFont>
      <p:font typeface="Bookman Old Style" panose="02050604050505020204" pitchFamily="18" charset="0"/>
      <p:regular r:id="rId18"/>
      <p:bold r:id="rId19"/>
      <p:italic r:id="rId20"/>
      <p:boldItalic r:id="rId21"/>
    </p:embeddedFont>
    <p:embeddedFont>
      <p:font typeface="Cambria" panose="02040503050406030204" pitchFamily="18" charset="0"/>
      <p:regular r:id="rId22"/>
      <p:bold r:id="rId23"/>
      <p:italic r:id="rId24"/>
      <p:boldItalic r:id="rId25"/>
    </p:embeddedFont>
    <p:embeddedFont>
      <p:font typeface="Montserrat" panose="00000500000000000000" pitchFamily="2" charset="0"/>
      <p:bold r:id="rId26"/>
      <p:boldItalic r:id="rId27"/>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52" d="100"/>
          <a:sy n="52" d="100"/>
        </p:scale>
        <p:origin x="850" y="62"/>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font" Target="fonts/font1.fntdata"/><Relationship Id="rId26" Type="http://schemas.openxmlformats.org/officeDocument/2006/relationships/font" Target="fonts/font9.fntdata"/><Relationship Id="rId3" Type="http://schemas.openxmlformats.org/officeDocument/2006/relationships/slide" Target="slides/slide2.xml"/><Relationship Id="rId21" Type="http://schemas.openxmlformats.org/officeDocument/2006/relationships/font" Target="fonts/font4.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5" Type="http://schemas.openxmlformats.org/officeDocument/2006/relationships/font" Target="fonts/font8.fntdata"/><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font" Target="fonts/font3.fntdata"/><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7.fntdata"/><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6.fntdata"/><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font" Target="fonts/font2.fntdata"/><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5.fntdata"/><Relationship Id="rId27" Type="http://schemas.openxmlformats.org/officeDocument/2006/relationships/font" Target="fonts/font10.fntdata"/><Relationship Id="rId30"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
        <p:cNvGrpSpPr/>
        <p:nvPr/>
      </p:nvGrpSpPr>
      <p:grpSpPr>
        <a:xfrm>
          <a:off x="0" y="0"/>
          <a:ext cx="0" cy="0"/>
          <a:chOff x="0" y="0"/>
          <a:chExt cx="0" cy="0"/>
        </a:xfrm>
      </p:grpSpPr>
      <p:sp>
        <p:nvSpPr>
          <p:cNvPr id="81" name="Google Shape;81;p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2" name="Google Shape;82;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8"/>
        <p:cNvGrpSpPr/>
        <p:nvPr/>
      </p:nvGrpSpPr>
      <p:grpSpPr>
        <a:xfrm>
          <a:off x="0" y="0"/>
          <a:ext cx="0" cy="0"/>
          <a:chOff x="0" y="0"/>
          <a:chExt cx="0" cy="0"/>
        </a:xfrm>
      </p:grpSpPr>
      <p:sp>
        <p:nvSpPr>
          <p:cNvPr id="99" name="Google Shape;99;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0" name="Google Shape;100;p2: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2"/>
        <p:cNvGrpSpPr/>
        <p:nvPr/>
      </p:nvGrpSpPr>
      <p:grpSpPr>
        <a:xfrm>
          <a:off x="0" y="0"/>
          <a:ext cx="0" cy="0"/>
          <a:chOff x="0" y="0"/>
          <a:chExt cx="0" cy="0"/>
        </a:xfrm>
      </p:grpSpPr>
      <p:sp>
        <p:nvSpPr>
          <p:cNvPr id="133" name="Google Shape;133;p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34" name="Google Shape;134;p3: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6"/>
        <p:cNvGrpSpPr/>
        <p:nvPr/>
      </p:nvGrpSpPr>
      <p:grpSpPr>
        <a:xfrm>
          <a:off x="0" y="0"/>
          <a:ext cx="0" cy="0"/>
          <a:chOff x="0" y="0"/>
          <a:chExt cx="0" cy="0"/>
        </a:xfrm>
      </p:grpSpPr>
      <p:sp>
        <p:nvSpPr>
          <p:cNvPr id="167" name="Google Shape;167;p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68" name="Google Shape;168;p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0"/>
        <p:cNvGrpSpPr/>
        <p:nvPr/>
      </p:nvGrpSpPr>
      <p:grpSpPr>
        <a:xfrm>
          <a:off x="0" y="0"/>
          <a:ext cx="0" cy="0"/>
          <a:chOff x="0" y="0"/>
          <a:chExt cx="0" cy="0"/>
        </a:xfrm>
      </p:grpSpPr>
      <p:sp>
        <p:nvSpPr>
          <p:cNvPr id="201" name="Google Shape;201;p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02" name="Google Shape;202;p5: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4"/>
        <p:cNvGrpSpPr/>
        <p:nvPr/>
      </p:nvGrpSpPr>
      <p:grpSpPr>
        <a:xfrm>
          <a:off x="0" y="0"/>
          <a:ext cx="0" cy="0"/>
          <a:chOff x="0" y="0"/>
          <a:chExt cx="0" cy="0"/>
        </a:xfrm>
      </p:grpSpPr>
      <p:sp>
        <p:nvSpPr>
          <p:cNvPr id="235" name="Google Shape;235;p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36" name="Google Shape;236;p6: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2"/>
        <p:cNvGrpSpPr/>
        <p:nvPr/>
      </p:nvGrpSpPr>
      <p:grpSpPr>
        <a:xfrm>
          <a:off x="0" y="0"/>
          <a:ext cx="0" cy="0"/>
          <a:chOff x="0" y="0"/>
          <a:chExt cx="0" cy="0"/>
        </a:xfrm>
      </p:grpSpPr>
      <p:sp>
        <p:nvSpPr>
          <p:cNvPr id="273" name="Google Shape;273;p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4" name="Google Shape;274;p7: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7"/>
        <p:cNvGrpSpPr/>
        <p:nvPr/>
      </p:nvGrpSpPr>
      <p:grpSpPr>
        <a:xfrm>
          <a:off x="0" y="0"/>
          <a:ext cx="0" cy="0"/>
          <a:chOff x="0" y="0"/>
          <a:chExt cx="0" cy="0"/>
        </a:xfrm>
      </p:grpSpPr>
      <p:sp>
        <p:nvSpPr>
          <p:cNvPr id="308" name="Google Shape;308;p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09" name="Google Shape;309;p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1"/>
        <p:cNvGrpSpPr/>
        <p:nvPr/>
      </p:nvGrpSpPr>
      <p:grpSpPr>
        <a:xfrm>
          <a:off x="0" y="0"/>
          <a:ext cx="0" cy="0"/>
          <a:chOff x="0" y="0"/>
          <a:chExt cx="0" cy="0"/>
        </a:xfrm>
      </p:grpSpPr>
      <p:sp>
        <p:nvSpPr>
          <p:cNvPr id="342" name="Google Shape;342;p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43" name="Google Shape;343;p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8"/>
        <p:cNvGrpSpPr/>
        <p:nvPr/>
      </p:nvGrpSpPr>
      <p:grpSpPr>
        <a:xfrm>
          <a:off x="0" y="0"/>
          <a:ext cx="0" cy="0"/>
          <a:chOff x="0" y="0"/>
          <a:chExt cx="0" cy="0"/>
        </a:xfrm>
      </p:grpSpPr>
      <p:sp>
        <p:nvSpPr>
          <p:cNvPr id="379" name="Google Shape;379;p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80" name="Google Shape;380;p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5"/>
        <p:cNvGrpSpPr/>
        <p:nvPr/>
      </p:nvGrpSpPr>
      <p:grpSpPr>
        <a:xfrm>
          <a:off x="0" y="0"/>
          <a:ext cx="0" cy="0"/>
          <a:chOff x="0" y="0"/>
          <a:chExt cx="0" cy="0"/>
        </a:xfrm>
      </p:grpSpPr>
      <p:sp>
        <p:nvSpPr>
          <p:cNvPr id="416" name="Google Shape;416;p1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417" name="Google Shape;417;p1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2"/>
        <p:cNvGrpSpPr/>
        <p:nvPr/>
      </p:nvGrpSpPr>
      <p:grpSpPr>
        <a:xfrm>
          <a:off x="0" y="0"/>
          <a:ext cx="0" cy="0"/>
          <a:chOff x="0" y="0"/>
          <a:chExt cx="0" cy="0"/>
        </a:xfrm>
      </p:grpSpPr>
      <p:sp>
        <p:nvSpPr>
          <p:cNvPr id="453" name="Google Shape;453;p1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454" name="Google Shape;454;p1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89"/>
        <p:cNvGrpSpPr/>
        <p:nvPr/>
      </p:nvGrpSpPr>
      <p:grpSpPr>
        <a:xfrm>
          <a:off x="0" y="0"/>
          <a:ext cx="0" cy="0"/>
          <a:chOff x="0" y="0"/>
          <a:chExt cx="0" cy="0"/>
        </a:xfrm>
      </p:grpSpPr>
      <p:sp>
        <p:nvSpPr>
          <p:cNvPr id="490" name="Google Shape;490;p1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491" name="Google Shape;491;p1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6"/>
        <p:cNvGrpSpPr/>
        <p:nvPr/>
      </p:nvGrpSpPr>
      <p:grpSpPr>
        <a:xfrm>
          <a:off x="0" y="0"/>
          <a:ext cx="0" cy="0"/>
          <a:chOff x="0" y="0"/>
          <a:chExt cx="0" cy="0"/>
        </a:xfrm>
      </p:grpSpPr>
      <p:sp>
        <p:nvSpPr>
          <p:cNvPr id="527" name="Google Shape;527;p1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528" name="Google Shape;528;p1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2"/>
        <p:cNvGrpSpPr/>
        <p:nvPr/>
      </p:nvGrpSpPr>
      <p:grpSpPr>
        <a:xfrm>
          <a:off x="0" y="0"/>
          <a:ext cx="0" cy="0"/>
          <a:chOff x="0" y="0"/>
          <a:chExt cx="0" cy="0"/>
        </a:xfrm>
      </p:grpSpPr>
      <p:sp>
        <p:nvSpPr>
          <p:cNvPr id="563" name="Google Shape;563;p1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564" name="Google Shape;564;p15: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11"/>
        <p:cNvGrpSpPr/>
        <p:nvPr/>
      </p:nvGrpSpPr>
      <p:grpSpPr>
        <a:xfrm>
          <a:off x="0" y="0"/>
          <a:ext cx="0" cy="0"/>
          <a:chOff x="0" y="0"/>
          <a:chExt cx="0" cy="0"/>
        </a:xfrm>
      </p:grpSpPr>
      <p:sp>
        <p:nvSpPr>
          <p:cNvPr id="12" name="Google Shape;12;p2"/>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3" name="Google Shape;13;p2"/>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4" name="Google Shape;14;p2"/>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5"/>
        <p:cNvGrpSpPr/>
        <p:nvPr/>
      </p:nvGrpSpPr>
      <p:grpSpPr>
        <a:xfrm>
          <a:off x="0" y="0"/>
          <a:ext cx="0" cy="0"/>
          <a:chOff x="0" y="0"/>
          <a:chExt cx="0" cy="0"/>
        </a:xfrm>
      </p:grpSpPr>
      <p:sp>
        <p:nvSpPr>
          <p:cNvPr id="16" name="Google Shape;16;p3"/>
          <p:cNvSpPr txBox="1">
            <a:spLocks noGrp="1"/>
          </p:cNvSpPr>
          <p:nvPr>
            <p:ph type="ctrTitle"/>
          </p:nvPr>
        </p:nvSpPr>
        <p:spPr>
          <a:xfrm>
            <a:off x="685800" y="2130425"/>
            <a:ext cx="7772400" cy="1470025"/>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7" name="Google Shape;17;p3"/>
          <p:cNvSpPr txBox="1">
            <a:spLocks noGrp="1"/>
          </p:cNvSpPr>
          <p:nvPr>
            <p:ph type="subTitle" idx="1"/>
          </p:nvPr>
        </p:nvSpPr>
        <p:spPr>
          <a:xfrm>
            <a:off x="1371600" y="3886200"/>
            <a:ext cx="6400800" cy="1752600"/>
          </a:xfrm>
          <a:prstGeom prst="rect">
            <a:avLst/>
          </a:prstGeom>
          <a:noFill/>
          <a:ln>
            <a:noFill/>
          </a:ln>
        </p:spPr>
        <p:txBody>
          <a:bodyPr spcFirstLastPara="1" wrap="square" lIns="91425" tIns="45700" rIns="91425" bIns="45700" anchor="t" anchorCtr="0">
            <a:normAutofit/>
          </a:bodyPr>
          <a:lstStyle>
            <a:lvl1pPr lvl="0" algn="ctr">
              <a:spcBef>
                <a:spcPts val="640"/>
              </a:spcBef>
              <a:spcAft>
                <a:spcPts val="0"/>
              </a:spcAft>
              <a:buClr>
                <a:srgbClr val="888888"/>
              </a:buClr>
              <a:buSzPts val="3200"/>
              <a:buNone/>
              <a:defRPr>
                <a:solidFill>
                  <a:srgbClr val="888888"/>
                </a:solidFill>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a:endParaRPr/>
          </a:p>
        </p:txBody>
      </p:sp>
      <p:sp>
        <p:nvSpPr>
          <p:cNvPr id="18" name="Google Shape;18;p3"/>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9" name="Google Shape;19;p3"/>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0" name="Google Shape;20;p3"/>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1"/>
        <p:cNvGrpSpPr/>
        <p:nvPr/>
      </p:nvGrpSpPr>
      <p:grpSpPr>
        <a:xfrm>
          <a:off x="0" y="0"/>
          <a:ext cx="0" cy="0"/>
          <a:chOff x="0" y="0"/>
          <a:chExt cx="0" cy="0"/>
        </a:xfrm>
      </p:grpSpPr>
      <p:sp>
        <p:nvSpPr>
          <p:cNvPr id="22" name="Google Shape;22;p4"/>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3" name="Google Shape;23;p4"/>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24" name="Google Shape;24;p4"/>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5" name="Google Shape;25;p4"/>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6" name="Google Shape;26;p4"/>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7"/>
        <p:cNvGrpSpPr/>
        <p:nvPr/>
      </p:nvGrpSpPr>
      <p:grpSpPr>
        <a:xfrm>
          <a:off x="0" y="0"/>
          <a:ext cx="0" cy="0"/>
          <a:chOff x="0" y="0"/>
          <a:chExt cx="0" cy="0"/>
        </a:xfrm>
      </p:grpSpPr>
      <p:sp>
        <p:nvSpPr>
          <p:cNvPr id="28" name="Google Shape;28;p5"/>
          <p:cNvSpPr txBox="1">
            <a:spLocks noGrp="1"/>
          </p:cNvSpPr>
          <p:nvPr>
            <p:ph type="title"/>
          </p:nvPr>
        </p:nvSpPr>
        <p:spPr>
          <a:xfrm>
            <a:off x="722313" y="4406900"/>
            <a:ext cx="7772400" cy="1362075"/>
          </a:xfrm>
          <a:prstGeom prst="rect">
            <a:avLst/>
          </a:prstGeom>
          <a:noFill/>
          <a:ln>
            <a:noFill/>
          </a:ln>
        </p:spPr>
        <p:txBody>
          <a:bodyPr spcFirstLastPara="1" wrap="square" lIns="91425" tIns="45700" rIns="91425" bIns="45700" anchor="t" anchorCtr="0">
            <a:normAutofit/>
          </a:bodyPr>
          <a:lstStyle>
            <a:lvl1pPr lvl="0" algn="l">
              <a:spcBef>
                <a:spcPts val="0"/>
              </a:spcBef>
              <a:spcAft>
                <a:spcPts val="0"/>
              </a:spcAft>
              <a:buClr>
                <a:schemeClr val="dk1"/>
              </a:buClr>
              <a:buSzPts val="4000"/>
              <a:buFont typeface="Calibri"/>
              <a:buNone/>
              <a:defRPr sz="4000" b="1"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9" name="Google Shape;29;p5"/>
          <p:cNvSpPr txBox="1">
            <a:spLocks noGrp="1"/>
          </p:cNvSpPr>
          <p:nvPr>
            <p:ph type="body" idx="1"/>
          </p:nvPr>
        </p:nvSpPr>
        <p:spPr>
          <a:xfrm>
            <a:off x="722313" y="2906713"/>
            <a:ext cx="7772400" cy="1500187"/>
          </a:xfrm>
          <a:prstGeom prst="rect">
            <a:avLst/>
          </a:prstGeom>
          <a:noFill/>
          <a:ln>
            <a:noFill/>
          </a:ln>
        </p:spPr>
        <p:txBody>
          <a:bodyPr spcFirstLastPara="1" wrap="square" lIns="91425" tIns="45700" rIns="91425" bIns="45700" anchor="b" anchorCtr="0">
            <a:normAutofit/>
          </a:bodyPr>
          <a:lstStyle>
            <a:lvl1pPr marL="457200" lvl="0" indent="-228600" algn="l">
              <a:spcBef>
                <a:spcPts val="400"/>
              </a:spcBef>
              <a:spcAft>
                <a:spcPts val="0"/>
              </a:spcAft>
              <a:buClr>
                <a:srgbClr val="888888"/>
              </a:buClr>
              <a:buSzPts val="2000"/>
              <a:buNone/>
              <a:defRPr sz="2000">
                <a:solidFill>
                  <a:srgbClr val="888888"/>
                </a:solidFill>
              </a:defRPr>
            </a:lvl1pPr>
            <a:lvl2pPr marL="914400" lvl="1" indent="-228600" algn="l">
              <a:spcBef>
                <a:spcPts val="360"/>
              </a:spcBef>
              <a:spcAft>
                <a:spcPts val="0"/>
              </a:spcAft>
              <a:buClr>
                <a:srgbClr val="888888"/>
              </a:buClr>
              <a:buSzPts val="1800"/>
              <a:buNone/>
              <a:defRPr sz="1800">
                <a:solidFill>
                  <a:srgbClr val="888888"/>
                </a:solidFill>
              </a:defRPr>
            </a:lvl2pPr>
            <a:lvl3pPr marL="1371600" lvl="2" indent="-228600" algn="l">
              <a:spcBef>
                <a:spcPts val="320"/>
              </a:spcBef>
              <a:spcAft>
                <a:spcPts val="0"/>
              </a:spcAft>
              <a:buClr>
                <a:srgbClr val="888888"/>
              </a:buClr>
              <a:buSzPts val="1600"/>
              <a:buNone/>
              <a:defRPr sz="1600">
                <a:solidFill>
                  <a:srgbClr val="888888"/>
                </a:solidFill>
              </a:defRPr>
            </a:lvl3pPr>
            <a:lvl4pPr marL="1828800" lvl="3" indent="-228600" algn="l">
              <a:spcBef>
                <a:spcPts val="280"/>
              </a:spcBef>
              <a:spcAft>
                <a:spcPts val="0"/>
              </a:spcAft>
              <a:buClr>
                <a:srgbClr val="888888"/>
              </a:buClr>
              <a:buSzPts val="1400"/>
              <a:buNone/>
              <a:defRPr sz="1400">
                <a:solidFill>
                  <a:srgbClr val="888888"/>
                </a:solidFill>
              </a:defRPr>
            </a:lvl4pPr>
            <a:lvl5pPr marL="2286000" lvl="4" indent="-228600" algn="l">
              <a:spcBef>
                <a:spcPts val="280"/>
              </a:spcBef>
              <a:spcAft>
                <a:spcPts val="0"/>
              </a:spcAft>
              <a:buClr>
                <a:srgbClr val="888888"/>
              </a:buClr>
              <a:buSzPts val="1400"/>
              <a:buNone/>
              <a:defRPr sz="1400">
                <a:solidFill>
                  <a:srgbClr val="888888"/>
                </a:solidFill>
              </a:defRPr>
            </a:lvl5pPr>
            <a:lvl6pPr marL="2743200" lvl="5" indent="-228600" algn="l">
              <a:spcBef>
                <a:spcPts val="280"/>
              </a:spcBef>
              <a:spcAft>
                <a:spcPts val="0"/>
              </a:spcAft>
              <a:buClr>
                <a:srgbClr val="888888"/>
              </a:buClr>
              <a:buSzPts val="1400"/>
              <a:buNone/>
              <a:defRPr sz="1400">
                <a:solidFill>
                  <a:srgbClr val="888888"/>
                </a:solidFill>
              </a:defRPr>
            </a:lvl6pPr>
            <a:lvl7pPr marL="3200400" lvl="6" indent="-228600" algn="l">
              <a:spcBef>
                <a:spcPts val="280"/>
              </a:spcBef>
              <a:spcAft>
                <a:spcPts val="0"/>
              </a:spcAft>
              <a:buClr>
                <a:srgbClr val="888888"/>
              </a:buClr>
              <a:buSzPts val="1400"/>
              <a:buNone/>
              <a:defRPr sz="1400">
                <a:solidFill>
                  <a:srgbClr val="888888"/>
                </a:solidFill>
              </a:defRPr>
            </a:lvl7pPr>
            <a:lvl8pPr marL="3657600" lvl="7" indent="-228600" algn="l">
              <a:spcBef>
                <a:spcPts val="280"/>
              </a:spcBef>
              <a:spcAft>
                <a:spcPts val="0"/>
              </a:spcAft>
              <a:buClr>
                <a:srgbClr val="888888"/>
              </a:buClr>
              <a:buSzPts val="1400"/>
              <a:buNone/>
              <a:defRPr sz="1400">
                <a:solidFill>
                  <a:srgbClr val="888888"/>
                </a:solidFill>
              </a:defRPr>
            </a:lvl8pPr>
            <a:lvl9pPr marL="4114800" lvl="8" indent="-228600" algn="l">
              <a:spcBef>
                <a:spcPts val="280"/>
              </a:spcBef>
              <a:spcAft>
                <a:spcPts val="0"/>
              </a:spcAft>
              <a:buClr>
                <a:srgbClr val="888888"/>
              </a:buClr>
              <a:buSzPts val="1400"/>
              <a:buNone/>
              <a:defRPr sz="1400">
                <a:solidFill>
                  <a:srgbClr val="888888"/>
                </a:solidFill>
              </a:defRPr>
            </a:lvl9pPr>
          </a:lstStyle>
          <a:p>
            <a:endParaRPr/>
          </a:p>
        </p:txBody>
      </p:sp>
      <p:sp>
        <p:nvSpPr>
          <p:cNvPr id="30" name="Google Shape;30;p5"/>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1" name="Google Shape;31;p5"/>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2" name="Google Shape;32;p5"/>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3"/>
        <p:cNvGrpSpPr/>
        <p:nvPr/>
      </p:nvGrpSpPr>
      <p:grpSpPr>
        <a:xfrm>
          <a:off x="0" y="0"/>
          <a:ext cx="0" cy="0"/>
          <a:chOff x="0" y="0"/>
          <a:chExt cx="0" cy="0"/>
        </a:xfrm>
      </p:grpSpPr>
      <p:sp>
        <p:nvSpPr>
          <p:cNvPr id="34" name="Google Shape;34;p6"/>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5" name="Google Shape;35;p6"/>
          <p:cNvSpPr txBox="1">
            <a:spLocks noGrp="1"/>
          </p:cNvSpPr>
          <p:nvPr>
            <p:ph type="body" idx="1"/>
          </p:nvPr>
        </p:nvSpPr>
        <p:spPr>
          <a:xfrm>
            <a:off x="457200" y="1600200"/>
            <a:ext cx="4038600" cy="4525963"/>
          </a:xfrm>
          <a:prstGeom prst="rect">
            <a:avLst/>
          </a:prstGeom>
          <a:noFill/>
          <a:ln>
            <a:noFill/>
          </a:ln>
        </p:spPr>
        <p:txBody>
          <a:bodyPr spcFirstLastPara="1" wrap="square" lIns="91425" tIns="45700" rIns="91425" bIns="45700" anchor="t" anchorCtr="0">
            <a:normAutofit/>
          </a:bodyPr>
          <a:lstStyle>
            <a:lvl1pPr marL="457200" lvl="0" indent="-406400" algn="l">
              <a:spcBef>
                <a:spcPts val="560"/>
              </a:spcBef>
              <a:spcAft>
                <a:spcPts val="0"/>
              </a:spcAft>
              <a:buClr>
                <a:schemeClr val="dk1"/>
              </a:buClr>
              <a:buSzPts val="2800"/>
              <a:buChar char="•"/>
              <a:defRPr sz="2800"/>
            </a:lvl1pPr>
            <a:lvl2pPr marL="914400" lvl="1" indent="-381000" algn="l">
              <a:spcBef>
                <a:spcPts val="480"/>
              </a:spcBef>
              <a:spcAft>
                <a:spcPts val="0"/>
              </a:spcAft>
              <a:buClr>
                <a:schemeClr val="dk1"/>
              </a:buClr>
              <a:buSzPts val="2400"/>
              <a:buChar char="–"/>
              <a:defRPr sz="2400"/>
            </a:lvl2pPr>
            <a:lvl3pPr marL="1371600" lvl="2" indent="-355600" algn="l">
              <a:spcBef>
                <a:spcPts val="400"/>
              </a:spcBef>
              <a:spcAft>
                <a:spcPts val="0"/>
              </a:spcAft>
              <a:buClr>
                <a:schemeClr val="dk1"/>
              </a:buClr>
              <a:buSzPts val="2000"/>
              <a:buChar char="•"/>
              <a:defRPr sz="2000"/>
            </a:lvl3pPr>
            <a:lvl4pPr marL="1828800" lvl="3" indent="-342900" algn="l">
              <a:spcBef>
                <a:spcPts val="360"/>
              </a:spcBef>
              <a:spcAft>
                <a:spcPts val="0"/>
              </a:spcAft>
              <a:buClr>
                <a:schemeClr val="dk1"/>
              </a:buClr>
              <a:buSzPts val="1800"/>
              <a:buChar char="–"/>
              <a:defRPr sz="1800"/>
            </a:lvl4pPr>
            <a:lvl5pPr marL="2286000" lvl="4" indent="-342900" algn="l">
              <a:spcBef>
                <a:spcPts val="360"/>
              </a:spcBef>
              <a:spcAft>
                <a:spcPts val="0"/>
              </a:spcAft>
              <a:buClr>
                <a:schemeClr val="dk1"/>
              </a:buClr>
              <a:buSzPts val="1800"/>
              <a:buChar char="»"/>
              <a:defRPr sz="1800"/>
            </a:lvl5pPr>
            <a:lvl6pPr marL="2743200" lvl="5" indent="-342900" algn="l">
              <a:spcBef>
                <a:spcPts val="360"/>
              </a:spcBef>
              <a:spcAft>
                <a:spcPts val="0"/>
              </a:spcAft>
              <a:buClr>
                <a:schemeClr val="dk1"/>
              </a:buClr>
              <a:buSzPts val="1800"/>
              <a:buChar char="•"/>
              <a:defRPr sz="1800"/>
            </a:lvl6pPr>
            <a:lvl7pPr marL="3200400" lvl="6" indent="-342900" algn="l">
              <a:spcBef>
                <a:spcPts val="360"/>
              </a:spcBef>
              <a:spcAft>
                <a:spcPts val="0"/>
              </a:spcAft>
              <a:buClr>
                <a:schemeClr val="dk1"/>
              </a:buClr>
              <a:buSzPts val="1800"/>
              <a:buChar char="•"/>
              <a:defRPr sz="1800"/>
            </a:lvl7pPr>
            <a:lvl8pPr marL="3657600" lvl="7" indent="-342900" algn="l">
              <a:spcBef>
                <a:spcPts val="360"/>
              </a:spcBef>
              <a:spcAft>
                <a:spcPts val="0"/>
              </a:spcAft>
              <a:buClr>
                <a:schemeClr val="dk1"/>
              </a:buClr>
              <a:buSzPts val="1800"/>
              <a:buChar char="•"/>
              <a:defRPr sz="1800"/>
            </a:lvl8pPr>
            <a:lvl9pPr marL="4114800" lvl="8" indent="-342900" algn="l">
              <a:spcBef>
                <a:spcPts val="360"/>
              </a:spcBef>
              <a:spcAft>
                <a:spcPts val="0"/>
              </a:spcAft>
              <a:buClr>
                <a:schemeClr val="dk1"/>
              </a:buClr>
              <a:buSzPts val="1800"/>
              <a:buChar char="•"/>
              <a:defRPr sz="1800"/>
            </a:lvl9pPr>
          </a:lstStyle>
          <a:p>
            <a:endParaRPr/>
          </a:p>
        </p:txBody>
      </p:sp>
      <p:sp>
        <p:nvSpPr>
          <p:cNvPr id="36" name="Google Shape;36;p6"/>
          <p:cNvSpPr txBox="1">
            <a:spLocks noGrp="1"/>
          </p:cNvSpPr>
          <p:nvPr>
            <p:ph type="body" idx="2"/>
          </p:nvPr>
        </p:nvSpPr>
        <p:spPr>
          <a:xfrm>
            <a:off x="4648200" y="1600200"/>
            <a:ext cx="4038600" cy="4525963"/>
          </a:xfrm>
          <a:prstGeom prst="rect">
            <a:avLst/>
          </a:prstGeom>
          <a:noFill/>
          <a:ln>
            <a:noFill/>
          </a:ln>
        </p:spPr>
        <p:txBody>
          <a:bodyPr spcFirstLastPara="1" wrap="square" lIns="91425" tIns="45700" rIns="91425" bIns="45700" anchor="t" anchorCtr="0">
            <a:normAutofit/>
          </a:bodyPr>
          <a:lstStyle>
            <a:lvl1pPr marL="457200" lvl="0" indent="-406400" algn="l">
              <a:spcBef>
                <a:spcPts val="560"/>
              </a:spcBef>
              <a:spcAft>
                <a:spcPts val="0"/>
              </a:spcAft>
              <a:buClr>
                <a:schemeClr val="dk1"/>
              </a:buClr>
              <a:buSzPts val="2800"/>
              <a:buChar char="•"/>
              <a:defRPr sz="2800"/>
            </a:lvl1pPr>
            <a:lvl2pPr marL="914400" lvl="1" indent="-381000" algn="l">
              <a:spcBef>
                <a:spcPts val="480"/>
              </a:spcBef>
              <a:spcAft>
                <a:spcPts val="0"/>
              </a:spcAft>
              <a:buClr>
                <a:schemeClr val="dk1"/>
              </a:buClr>
              <a:buSzPts val="2400"/>
              <a:buChar char="–"/>
              <a:defRPr sz="2400"/>
            </a:lvl2pPr>
            <a:lvl3pPr marL="1371600" lvl="2" indent="-355600" algn="l">
              <a:spcBef>
                <a:spcPts val="400"/>
              </a:spcBef>
              <a:spcAft>
                <a:spcPts val="0"/>
              </a:spcAft>
              <a:buClr>
                <a:schemeClr val="dk1"/>
              </a:buClr>
              <a:buSzPts val="2000"/>
              <a:buChar char="•"/>
              <a:defRPr sz="2000"/>
            </a:lvl3pPr>
            <a:lvl4pPr marL="1828800" lvl="3" indent="-342900" algn="l">
              <a:spcBef>
                <a:spcPts val="360"/>
              </a:spcBef>
              <a:spcAft>
                <a:spcPts val="0"/>
              </a:spcAft>
              <a:buClr>
                <a:schemeClr val="dk1"/>
              </a:buClr>
              <a:buSzPts val="1800"/>
              <a:buChar char="–"/>
              <a:defRPr sz="1800"/>
            </a:lvl4pPr>
            <a:lvl5pPr marL="2286000" lvl="4" indent="-342900" algn="l">
              <a:spcBef>
                <a:spcPts val="360"/>
              </a:spcBef>
              <a:spcAft>
                <a:spcPts val="0"/>
              </a:spcAft>
              <a:buClr>
                <a:schemeClr val="dk1"/>
              </a:buClr>
              <a:buSzPts val="1800"/>
              <a:buChar char="»"/>
              <a:defRPr sz="1800"/>
            </a:lvl5pPr>
            <a:lvl6pPr marL="2743200" lvl="5" indent="-342900" algn="l">
              <a:spcBef>
                <a:spcPts val="360"/>
              </a:spcBef>
              <a:spcAft>
                <a:spcPts val="0"/>
              </a:spcAft>
              <a:buClr>
                <a:schemeClr val="dk1"/>
              </a:buClr>
              <a:buSzPts val="1800"/>
              <a:buChar char="•"/>
              <a:defRPr sz="1800"/>
            </a:lvl6pPr>
            <a:lvl7pPr marL="3200400" lvl="6" indent="-342900" algn="l">
              <a:spcBef>
                <a:spcPts val="360"/>
              </a:spcBef>
              <a:spcAft>
                <a:spcPts val="0"/>
              </a:spcAft>
              <a:buClr>
                <a:schemeClr val="dk1"/>
              </a:buClr>
              <a:buSzPts val="1800"/>
              <a:buChar char="•"/>
              <a:defRPr sz="1800"/>
            </a:lvl7pPr>
            <a:lvl8pPr marL="3657600" lvl="7" indent="-342900" algn="l">
              <a:spcBef>
                <a:spcPts val="360"/>
              </a:spcBef>
              <a:spcAft>
                <a:spcPts val="0"/>
              </a:spcAft>
              <a:buClr>
                <a:schemeClr val="dk1"/>
              </a:buClr>
              <a:buSzPts val="1800"/>
              <a:buChar char="•"/>
              <a:defRPr sz="1800"/>
            </a:lvl8pPr>
            <a:lvl9pPr marL="4114800" lvl="8" indent="-342900" algn="l">
              <a:spcBef>
                <a:spcPts val="360"/>
              </a:spcBef>
              <a:spcAft>
                <a:spcPts val="0"/>
              </a:spcAft>
              <a:buClr>
                <a:schemeClr val="dk1"/>
              </a:buClr>
              <a:buSzPts val="1800"/>
              <a:buChar char="•"/>
              <a:defRPr sz="1800"/>
            </a:lvl9pPr>
          </a:lstStyle>
          <a:p>
            <a:endParaRPr/>
          </a:p>
        </p:txBody>
      </p:sp>
      <p:sp>
        <p:nvSpPr>
          <p:cNvPr id="37" name="Google Shape;37;p6"/>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8" name="Google Shape;38;p6"/>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9" name="Google Shape;39;p6"/>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0"/>
        <p:cNvGrpSpPr/>
        <p:nvPr/>
      </p:nvGrpSpPr>
      <p:grpSpPr>
        <a:xfrm>
          <a:off x="0" y="0"/>
          <a:ext cx="0" cy="0"/>
          <a:chOff x="0" y="0"/>
          <a:chExt cx="0" cy="0"/>
        </a:xfrm>
      </p:grpSpPr>
      <p:sp>
        <p:nvSpPr>
          <p:cNvPr id="41" name="Google Shape;41;p7"/>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4400"/>
              <a:buFont typeface="Calibri"/>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2" name="Google Shape;42;p7"/>
          <p:cNvSpPr txBox="1">
            <a:spLocks noGrp="1"/>
          </p:cNvSpPr>
          <p:nvPr>
            <p:ph type="body" idx="1"/>
          </p:nvPr>
        </p:nvSpPr>
        <p:spPr>
          <a:xfrm>
            <a:off x="457200" y="1535113"/>
            <a:ext cx="4040188" cy="639762"/>
          </a:xfrm>
          <a:prstGeom prst="rect">
            <a:avLst/>
          </a:prstGeom>
          <a:noFill/>
          <a:ln>
            <a:noFill/>
          </a:ln>
        </p:spPr>
        <p:txBody>
          <a:bodyPr spcFirstLastPara="1" wrap="square" lIns="91425" tIns="45700" rIns="91425" bIns="45700" anchor="b" anchorCtr="0">
            <a:normAutofit/>
          </a:bodyPr>
          <a:lstStyle>
            <a:lvl1pPr marL="457200" lvl="0" indent="-228600" algn="l">
              <a:spcBef>
                <a:spcPts val="480"/>
              </a:spcBef>
              <a:spcAft>
                <a:spcPts val="0"/>
              </a:spcAft>
              <a:buClr>
                <a:schemeClr val="dk1"/>
              </a:buClr>
              <a:buSzPts val="2400"/>
              <a:buNone/>
              <a:defRPr sz="2400" b="1"/>
            </a:lvl1pPr>
            <a:lvl2pPr marL="914400" lvl="1" indent="-228600" algn="l">
              <a:spcBef>
                <a:spcPts val="400"/>
              </a:spcBef>
              <a:spcAft>
                <a:spcPts val="0"/>
              </a:spcAft>
              <a:buClr>
                <a:schemeClr val="dk1"/>
              </a:buClr>
              <a:buSzPts val="2000"/>
              <a:buNone/>
              <a:defRPr sz="2000" b="1"/>
            </a:lvl2pPr>
            <a:lvl3pPr marL="1371600" lvl="2" indent="-228600" algn="l">
              <a:spcBef>
                <a:spcPts val="360"/>
              </a:spcBef>
              <a:spcAft>
                <a:spcPts val="0"/>
              </a:spcAft>
              <a:buClr>
                <a:schemeClr val="dk1"/>
              </a:buClr>
              <a:buSzPts val="1800"/>
              <a:buNone/>
              <a:defRPr sz="1800" b="1"/>
            </a:lvl3pPr>
            <a:lvl4pPr marL="1828800" lvl="3" indent="-228600" algn="l">
              <a:spcBef>
                <a:spcPts val="320"/>
              </a:spcBef>
              <a:spcAft>
                <a:spcPts val="0"/>
              </a:spcAft>
              <a:buClr>
                <a:schemeClr val="dk1"/>
              </a:buClr>
              <a:buSzPts val="1600"/>
              <a:buNone/>
              <a:defRPr sz="1600" b="1"/>
            </a:lvl4pPr>
            <a:lvl5pPr marL="2286000" lvl="4" indent="-228600" algn="l">
              <a:spcBef>
                <a:spcPts val="320"/>
              </a:spcBef>
              <a:spcAft>
                <a:spcPts val="0"/>
              </a:spcAft>
              <a:buClr>
                <a:schemeClr val="dk1"/>
              </a:buClr>
              <a:buSzPts val="1600"/>
              <a:buNone/>
              <a:defRPr sz="1600" b="1"/>
            </a:lvl5pPr>
            <a:lvl6pPr marL="2743200" lvl="5" indent="-228600" algn="l">
              <a:spcBef>
                <a:spcPts val="320"/>
              </a:spcBef>
              <a:spcAft>
                <a:spcPts val="0"/>
              </a:spcAft>
              <a:buClr>
                <a:schemeClr val="dk1"/>
              </a:buClr>
              <a:buSzPts val="1600"/>
              <a:buNone/>
              <a:defRPr sz="1600" b="1"/>
            </a:lvl6pPr>
            <a:lvl7pPr marL="3200400" lvl="6" indent="-228600" algn="l">
              <a:spcBef>
                <a:spcPts val="320"/>
              </a:spcBef>
              <a:spcAft>
                <a:spcPts val="0"/>
              </a:spcAft>
              <a:buClr>
                <a:schemeClr val="dk1"/>
              </a:buClr>
              <a:buSzPts val="1600"/>
              <a:buNone/>
              <a:defRPr sz="1600" b="1"/>
            </a:lvl7pPr>
            <a:lvl8pPr marL="3657600" lvl="7" indent="-228600" algn="l">
              <a:spcBef>
                <a:spcPts val="320"/>
              </a:spcBef>
              <a:spcAft>
                <a:spcPts val="0"/>
              </a:spcAft>
              <a:buClr>
                <a:schemeClr val="dk1"/>
              </a:buClr>
              <a:buSzPts val="1600"/>
              <a:buNone/>
              <a:defRPr sz="1600" b="1"/>
            </a:lvl8pPr>
            <a:lvl9pPr marL="4114800" lvl="8" indent="-228600" algn="l">
              <a:spcBef>
                <a:spcPts val="320"/>
              </a:spcBef>
              <a:spcAft>
                <a:spcPts val="0"/>
              </a:spcAft>
              <a:buClr>
                <a:schemeClr val="dk1"/>
              </a:buClr>
              <a:buSzPts val="1600"/>
              <a:buNone/>
              <a:defRPr sz="1600" b="1"/>
            </a:lvl9pPr>
          </a:lstStyle>
          <a:p>
            <a:endParaRPr/>
          </a:p>
        </p:txBody>
      </p:sp>
      <p:sp>
        <p:nvSpPr>
          <p:cNvPr id="43" name="Google Shape;43;p7"/>
          <p:cNvSpPr txBox="1">
            <a:spLocks noGrp="1"/>
          </p:cNvSpPr>
          <p:nvPr>
            <p:ph type="body" idx="2"/>
          </p:nvPr>
        </p:nvSpPr>
        <p:spPr>
          <a:xfrm>
            <a:off x="457200" y="2174875"/>
            <a:ext cx="4040188" cy="3951288"/>
          </a:xfrm>
          <a:prstGeom prst="rect">
            <a:avLst/>
          </a:prstGeom>
          <a:noFill/>
          <a:ln>
            <a:noFill/>
          </a:ln>
        </p:spPr>
        <p:txBody>
          <a:bodyPr spcFirstLastPara="1" wrap="square" lIns="91425" tIns="45700" rIns="91425" bIns="45700" anchor="t" anchorCtr="0">
            <a:normAutofit/>
          </a:bodyPr>
          <a:lstStyle>
            <a:lvl1pPr marL="457200" lvl="0" indent="-381000" algn="l">
              <a:spcBef>
                <a:spcPts val="480"/>
              </a:spcBef>
              <a:spcAft>
                <a:spcPts val="0"/>
              </a:spcAft>
              <a:buClr>
                <a:schemeClr val="dk1"/>
              </a:buClr>
              <a:buSzPts val="2400"/>
              <a:buChar char="•"/>
              <a:defRPr sz="2400"/>
            </a:lvl1pPr>
            <a:lvl2pPr marL="914400" lvl="1" indent="-355600" algn="l">
              <a:spcBef>
                <a:spcPts val="400"/>
              </a:spcBef>
              <a:spcAft>
                <a:spcPts val="0"/>
              </a:spcAft>
              <a:buClr>
                <a:schemeClr val="dk1"/>
              </a:buClr>
              <a:buSzPts val="2000"/>
              <a:buChar char="–"/>
              <a:defRPr sz="2000"/>
            </a:lvl2pPr>
            <a:lvl3pPr marL="1371600" lvl="2" indent="-342900" algn="l">
              <a:spcBef>
                <a:spcPts val="360"/>
              </a:spcBef>
              <a:spcAft>
                <a:spcPts val="0"/>
              </a:spcAft>
              <a:buClr>
                <a:schemeClr val="dk1"/>
              </a:buClr>
              <a:buSzPts val="1800"/>
              <a:buChar char="•"/>
              <a:defRPr sz="1800"/>
            </a:lvl3pPr>
            <a:lvl4pPr marL="1828800" lvl="3" indent="-330200" algn="l">
              <a:spcBef>
                <a:spcPts val="320"/>
              </a:spcBef>
              <a:spcAft>
                <a:spcPts val="0"/>
              </a:spcAft>
              <a:buClr>
                <a:schemeClr val="dk1"/>
              </a:buClr>
              <a:buSzPts val="1600"/>
              <a:buChar char="–"/>
              <a:defRPr sz="1600"/>
            </a:lvl4pPr>
            <a:lvl5pPr marL="2286000" lvl="4" indent="-330200" algn="l">
              <a:spcBef>
                <a:spcPts val="320"/>
              </a:spcBef>
              <a:spcAft>
                <a:spcPts val="0"/>
              </a:spcAft>
              <a:buClr>
                <a:schemeClr val="dk1"/>
              </a:buClr>
              <a:buSzPts val="1600"/>
              <a:buChar char="»"/>
              <a:defRPr sz="1600"/>
            </a:lvl5pPr>
            <a:lvl6pPr marL="2743200" lvl="5" indent="-330200" algn="l">
              <a:spcBef>
                <a:spcPts val="320"/>
              </a:spcBef>
              <a:spcAft>
                <a:spcPts val="0"/>
              </a:spcAft>
              <a:buClr>
                <a:schemeClr val="dk1"/>
              </a:buClr>
              <a:buSzPts val="1600"/>
              <a:buChar char="•"/>
              <a:defRPr sz="1600"/>
            </a:lvl6pPr>
            <a:lvl7pPr marL="3200400" lvl="6" indent="-330200" algn="l">
              <a:spcBef>
                <a:spcPts val="320"/>
              </a:spcBef>
              <a:spcAft>
                <a:spcPts val="0"/>
              </a:spcAft>
              <a:buClr>
                <a:schemeClr val="dk1"/>
              </a:buClr>
              <a:buSzPts val="1600"/>
              <a:buChar char="•"/>
              <a:defRPr sz="1600"/>
            </a:lvl7pPr>
            <a:lvl8pPr marL="3657600" lvl="7" indent="-330200" algn="l">
              <a:spcBef>
                <a:spcPts val="320"/>
              </a:spcBef>
              <a:spcAft>
                <a:spcPts val="0"/>
              </a:spcAft>
              <a:buClr>
                <a:schemeClr val="dk1"/>
              </a:buClr>
              <a:buSzPts val="1600"/>
              <a:buChar char="•"/>
              <a:defRPr sz="1600"/>
            </a:lvl8pPr>
            <a:lvl9pPr marL="4114800" lvl="8" indent="-330200" algn="l">
              <a:spcBef>
                <a:spcPts val="320"/>
              </a:spcBef>
              <a:spcAft>
                <a:spcPts val="0"/>
              </a:spcAft>
              <a:buClr>
                <a:schemeClr val="dk1"/>
              </a:buClr>
              <a:buSzPts val="1600"/>
              <a:buChar char="•"/>
              <a:defRPr sz="1600"/>
            </a:lvl9pPr>
          </a:lstStyle>
          <a:p>
            <a:endParaRPr/>
          </a:p>
        </p:txBody>
      </p:sp>
      <p:sp>
        <p:nvSpPr>
          <p:cNvPr id="44" name="Google Shape;44;p7"/>
          <p:cNvSpPr txBox="1">
            <a:spLocks noGrp="1"/>
          </p:cNvSpPr>
          <p:nvPr>
            <p:ph type="body" idx="3"/>
          </p:nvPr>
        </p:nvSpPr>
        <p:spPr>
          <a:xfrm>
            <a:off x="4645025" y="1535113"/>
            <a:ext cx="4041775" cy="639762"/>
          </a:xfrm>
          <a:prstGeom prst="rect">
            <a:avLst/>
          </a:prstGeom>
          <a:noFill/>
          <a:ln>
            <a:noFill/>
          </a:ln>
        </p:spPr>
        <p:txBody>
          <a:bodyPr spcFirstLastPara="1" wrap="square" lIns="91425" tIns="45700" rIns="91425" bIns="45700" anchor="b" anchorCtr="0">
            <a:normAutofit/>
          </a:bodyPr>
          <a:lstStyle>
            <a:lvl1pPr marL="457200" lvl="0" indent="-228600" algn="l">
              <a:spcBef>
                <a:spcPts val="480"/>
              </a:spcBef>
              <a:spcAft>
                <a:spcPts val="0"/>
              </a:spcAft>
              <a:buClr>
                <a:schemeClr val="dk1"/>
              </a:buClr>
              <a:buSzPts val="2400"/>
              <a:buNone/>
              <a:defRPr sz="2400" b="1"/>
            </a:lvl1pPr>
            <a:lvl2pPr marL="914400" lvl="1" indent="-228600" algn="l">
              <a:spcBef>
                <a:spcPts val="400"/>
              </a:spcBef>
              <a:spcAft>
                <a:spcPts val="0"/>
              </a:spcAft>
              <a:buClr>
                <a:schemeClr val="dk1"/>
              </a:buClr>
              <a:buSzPts val="2000"/>
              <a:buNone/>
              <a:defRPr sz="2000" b="1"/>
            </a:lvl2pPr>
            <a:lvl3pPr marL="1371600" lvl="2" indent="-228600" algn="l">
              <a:spcBef>
                <a:spcPts val="360"/>
              </a:spcBef>
              <a:spcAft>
                <a:spcPts val="0"/>
              </a:spcAft>
              <a:buClr>
                <a:schemeClr val="dk1"/>
              </a:buClr>
              <a:buSzPts val="1800"/>
              <a:buNone/>
              <a:defRPr sz="1800" b="1"/>
            </a:lvl3pPr>
            <a:lvl4pPr marL="1828800" lvl="3" indent="-228600" algn="l">
              <a:spcBef>
                <a:spcPts val="320"/>
              </a:spcBef>
              <a:spcAft>
                <a:spcPts val="0"/>
              </a:spcAft>
              <a:buClr>
                <a:schemeClr val="dk1"/>
              </a:buClr>
              <a:buSzPts val="1600"/>
              <a:buNone/>
              <a:defRPr sz="1600" b="1"/>
            </a:lvl4pPr>
            <a:lvl5pPr marL="2286000" lvl="4" indent="-228600" algn="l">
              <a:spcBef>
                <a:spcPts val="320"/>
              </a:spcBef>
              <a:spcAft>
                <a:spcPts val="0"/>
              </a:spcAft>
              <a:buClr>
                <a:schemeClr val="dk1"/>
              </a:buClr>
              <a:buSzPts val="1600"/>
              <a:buNone/>
              <a:defRPr sz="1600" b="1"/>
            </a:lvl5pPr>
            <a:lvl6pPr marL="2743200" lvl="5" indent="-228600" algn="l">
              <a:spcBef>
                <a:spcPts val="320"/>
              </a:spcBef>
              <a:spcAft>
                <a:spcPts val="0"/>
              </a:spcAft>
              <a:buClr>
                <a:schemeClr val="dk1"/>
              </a:buClr>
              <a:buSzPts val="1600"/>
              <a:buNone/>
              <a:defRPr sz="1600" b="1"/>
            </a:lvl6pPr>
            <a:lvl7pPr marL="3200400" lvl="6" indent="-228600" algn="l">
              <a:spcBef>
                <a:spcPts val="320"/>
              </a:spcBef>
              <a:spcAft>
                <a:spcPts val="0"/>
              </a:spcAft>
              <a:buClr>
                <a:schemeClr val="dk1"/>
              </a:buClr>
              <a:buSzPts val="1600"/>
              <a:buNone/>
              <a:defRPr sz="1600" b="1"/>
            </a:lvl7pPr>
            <a:lvl8pPr marL="3657600" lvl="7" indent="-228600" algn="l">
              <a:spcBef>
                <a:spcPts val="320"/>
              </a:spcBef>
              <a:spcAft>
                <a:spcPts val="0"/>
              </a:spcAft>
              <a:buClr>
                <a:schemeClr val="dk1"/>
              </a:buClr>
              <a:buSzPts val="1600"/>
              <a:buNone/>
              <a:defRPr sz="1600" b="1"/>
            </a:lvl8pPr>
            <a:lvl9pPr marL="4114800" lvl="8" indent="-228600" algn="l">
              <a:spcBef>
                <a:spcPts val="320"/>
              </a:spcBef>
              <a:spcAft>
                <a:spcPts val="0"/>
              </a:spcAft>
              <a:buClr>
                <a:schemeClr val="dk1"/>
              </a:buClr>
              <a:buSzPts val="1600"/>
              <a:buNone/>
              <a:defRPr sz="1600" b="1"/>
            </a:lvl9pPr>
          </a:lstStyle>
          <a:p>
            <a:endParaRPr/>
          </a:p>
        </p:txBody>
      </p:sp>
      <p:sp>
        <p:nvSpPr>
          <p:cNvPr id="45" name="Google Shape;45;p7"/>
          <p:cNvSpPr txBox="1">
            <a:spLocks noGrp="1"/>
          </p:cNvSpPr>
          <p:nvPr>
            <p:ph type="body" idx="4"/>
          </p:nvPr>
        </p:nvSpPr>
        <p:spPr>
          <a:xfrm>
            <a:off x="4645025" y="2174875"/>
            <a:ext cx="4041775" cy="3951288"/>
          </a:xfrm>
          <a:prstGeom prst="rect">
            <a:avLst/>
          </a:prstGeom>
          <a:noFill/>
          <a:ln>
            <a:noFill/>
          </a:ln>
        </p:spPr>
        <p:txBody>
          <a:bodyPr spcFirstLastPara="1" wrap="square" lIns="91425" tIns="45700" rIns="91425" bIns="45700" anchor="t" anchorCtr="0">
            <a:normAutofit/>
          </a:bodyPr>
          <a:lstStyle>
            <a:lvl1pPr marL="457200" lvl="0" indent="-381000" algn="l">
              <a:spcBef>
                <a:spcPts val="480"/>
              </a:spcBef>
              <a:spcAft>
                <a:spcPts val="0"/>
              </a:spcAft>
              <a:buClr>
                <a:schemeClr val="dk1"/>
              </a:buClr>
              <a:buSzPts val="2400"/>
              <a:buChar char="•"/>
              <a:defRPr sz="2400"/>
            </a:lvl1pPr>
            <a:lvl2pPr marL="914400" lvl="1" indent="-355600" algn="l">
              <a:spcBef>
                <a:spcPts val="400"/>
              </a:spcBef>
              <a:spcAft>
                <a:spcPts val="0"/>
              </a:spcAft>
              <a:buClr>
                <a:schemeClr val="dk1"/>
              </a:buClr>
              <a:buSzPts val="2000"/>
              <a:buChar char="–"/>
              <a:defRPr sz="2000"/>
            </a:lvl2pPr>
            <a:lvl3pPr marL="1371600" lvl="2" indent="-342900" algn="l">
              <a:spcBef>
                <a:spcPts val="360"/>
              </a:spcBef>
              <a:spcAft>
                <a:spcPts val="0"/>
              </a:spcAft>
              <a:buClr>
                <a:schemeClr val="dk1"/>
              </a:buClr>
              <a:buSzPts val="1800"/>
              <a:buChar char="•"/>
              <a:defRPr sz="1800"/>
            </a:lvl3pPr>
            <a:lvl4pPr marL="1828800" lvl="3" indent="-330200" algn="l">
              <a:spcBef>
                <a:spcPts val="320"/>
              </a:spcBef>
              <a:spcAft>
                <a:spcPts val="0"/>
              </a:spcAft>
              <a:buClr>
                <a:schemeClr val="dk1"/>
              </a:buClr>
              <a:buSzPts val="1600"/>
              <a:buChar char="–"/>
              <a:defRPr sz="1600"/>
            </a:lvl4pPr>
            <a:lvl5pPr marL="2286000" lvl="4" indent="-330200" algn="l">
              <a:spcBef>
                <a:spcPts val="320"/>
              </a:spcBef>
              <a:spcAft>
                <a:spcPts val="0"/>
              </a:spcAft>
              <a:buClr>
                <a:schemeClr val="dk1"/>
              </a:buClr>
              <a:buSzPts val="1600"/>
              <a:buChar char="»"/>
              <a:defRPr sz="1600"/>
            </a:lvl5pPr>
            <a:lvl6pPr marL="2743200" lvl="5" indent="-330200" algn="l">
              <a:spcBef>
                <a:spcPts val="320"/>
              </a:spcBef>
              <a:spcAft>
                <a:spcPts val="0"/>
              </a:spcAft>
              <a:buClr>
                <a:schemeClr val="dk1"/>
              </a:buClr>
              <a:buSzPts val="1600"/>
              <a:buChar char="•"/>
              <a:defRPr sz="1600"/>
            </a:lvl6pPr>
            <a:lvl7pPr marL="3200400" lvl="6" indent="-330200" algn="l">
              <a:spcBef>
                <a:spcPts val="320"/>
              </a:spcBef>
              <a:spcAft>
                <a:spcPts val="0"/>
              </a:spcAft>
              <a:buClr>
                <a:schemeClr val="dk1"/>
              </a:buClr>
              <a:buSzPts val="1600"/>
              <a:buChar char="•"/>
              <a:defRPr sz="1600"/>
            </a:lvl7pPr>
            <a:lvl8pPr marL="3657600" lvl="7" indent="-330200" algn="l">
              <a:spcBef>
                <a:spcPts val="320"/>
              </a:spcBef>
              <a:spcAft>
                <a:spcPts val="0"/>
              </a:spcAft>
              <a:buClr>
                <a:schemeClr val="dk1"/>
              </a:buClr>
              <a:buSzPts val="1600"/>
              <a:buChar char="•"/>
              <a:defRPr sz="1600"/>
            </a:lvl8pPr>
            <a:lvl9pPr marL="4114800" lvl="8" indent="-330200" algn="l">
              <a:spcBef>
                <a:spcPts val="320"/>
              </a:spcBef>
              <a:spcAft>
                <a:spcPts val="0"/>
              </a:spcAft>
              <a:buClr>
                <a:schemeClr val="dk1"/>
              </a:buClr>
              <a:buSzPts val="1600"/>
              <a:buChar char="•"/>
              <a:defRPr sz="1600"/>
            </a:lvl9pPr>
          </a:lstStyle>
          <a:p>
            <a:endParaRPr/>
          </a:p>
        </p:txBody>
      </p:sp>
      <p:sp>
        <p:nvSpPr>
          <p:cNvPr id="46" name="Google Shape;46;p7"/>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7" name="Google Shape;47;p7"/>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8" name="Google Shape;48;p7"/>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9"/>
        <p:cNvGrpSpPr/>
        <p:nvPr/>
      </p:nvGrpSpPr>
      <p:grpSpPr>
        <a:xfrm>
          <a:off x="0" y="0"/>
          <a:ext cx="0" cy="0"/>
          <a:chOff x="0" y="0"/>
          <a:chExt cx="0" cy="0"/>
        </a:xfrm>
      </p:grpSpPr>
      <p:sp>
        <p:nvSpPr>
          <p:cNvPr id="50" name="Google Shape;50;p8"/>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1" name="Google Shape;51;p8"/>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2" name="Google Shape;52;p8"/>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3" name="Google Shape;53;p8"/>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4"/>
        <p:cNvGrpSpPr/>
        <p:nvPr/>
      </p:nvGrpSpPr>
      <p:grpSpPr>
        <a:xfrm>
          <a:off x="0" y="0"/>
          <a:ext cx="0" cy="0"/>
          <a:chOff x="0" y="0"/>
          <a:chExt cx="0" cy="0"/>
        </a:xfrm>
      </p:grpSpPr>
      <p:sp>
        <p:nvSpPr>
          <p:cNvPr id="55" name="Google Shape;55;p9"/>
          <p:cNvSpPr txBox="1">
            <a:spLocks noGrp="1"/>
          </p:cNvSpPr>
          <p:nvPr>
            <p:ph type="title"/>
          </p:nvPr>
        </p:nvSpPr>
        <p:spPr>
          <a:xfrm>
            <a:off x="457200" y="273050"/>
            <a:ext cx="3008313" cy="1162050"/>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Clr>
                <a:schemeClr val="dk1"/>
              </a:buClr>
              <a:buSzPts val="2000"/>
              <a:buFont typeface="Calibri"/>
              <a:buNone/>
              <a:defRPr sz="2000" b="1"/>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6" name="Google Shape;56;p9"/>
          <p:cNvSpPr txBox="1">
            <a:spLocks noGrp="1"/>
          </p:cNvSpPr>
          <p:nvPr>
            <p:ph type="body" idx="1"/>
          </p:nvPr>
        </p:nvSpPr>
        <p:spPr>
          <a:xfrm>
            <a:off x="3575050" y="273050"/>
            <a:ext cx="5111750" cy="5853113"/>
          </a:xfrm>
          <a:prstGeom prst="rect">
            <a:avLst/>
          </a:prstGeom>
          <a:noFill/>
          <a:ln>
            <a:noFill/>
          </a:ln>
        </p:spPr>
        <p:txBody>
          <a:bodyPr spcFirstLastPara="1" wrap="square" lIns="91425" tIns="45700" rIns="91425" bIns="45700" anchor="t" anchorCtr="0">
            <a:normAutofit/>
          </a:bodyPr>
          <a:lstStyle>
            <a:lvl1pPr marL="457200" lvl="0" indent="-431800" algn="l">
              <a:spcBef>
                <a:spcPts val="640"/>
              </a:spcBef>
              <a:spcAft>
                <a:spcPts val="0"/>
              </a:spcAft>
              <a:buClr>
                <a:schemeClr val="dk1"/>
              </a:buClr>
              <a:buSzPts val="3200"/>
              <a:buChar char="•"/>
              <a:defRPr sz="3200"/>
            </a:lvl1pPr>
            <a:lvl2pPr marL="914400" lvl="1" indent="-406400" algn="l">
              <a:spcBef>
                <a:spcPts val="560"/>
              </a:spcBef>
              <a:spcAft>
                <a:spcPts val="0"/>
              </a:spcAft>
              <a:buClr>
                <a:schemeClr val="dk1"/>
              </a:buClr>
              <a:buSzPts val="2800"/>
              <a:buChar char="–"/>
              <a:defRPr sz="2800"/>
            </a:lvl2pPr>
            <a:lvl3pPr marL="1371600" lvl="2" indent="-381000" algn="l">
              <a:spcBef>
                <a:spcPts val="480"/>
              </a:spcBef>
              <a:spcAft>
                <a:spcPts val="0"/>
              </a:spcAft>
              <a:buClr>
                <a:schemeClr val="dk1"/>
              </a:buClr>
              <a:buSzPts val="2400"/>
              <a:buChar char="•"/>
              <a:defRPr sz="2400"/>
            </a:lvl3pPr>
            <a:lvl4pPr marL="1828800" lvl="3" indent="-355600" algn="l">
              <a:spcBef>
                <a:spcPts val="400"/>
              </a:spcBef>
              <a:spcAft>
                <a:spcPts val="0"/>
              </a:spcAft>
              <a:buClr>
                <a:schemeClr val="dk1"/>
              </a:buClr>
              <a:buSzPts val="2000"/>
              <a:buChar char="–"/>
              <a:defRPr sz="2000"/>
            </a:lvl4pPr>
            <a:lvl5pPr marL="2286000" lvl="4" indent="-355600" algn="l">
              <a:spcBef>
                <a:spcPts val="400"/>
              </a:spcBef>
              <a:spcAft>
                <a:spcPts val="0"/>
              </a:spcAft>
              <a:buClr>
                <a:schemeClr val="dk1"/>
              </a:buClr>
              <a:buSzPts val="2000"/>
              <a:buChar char="»"/>
              <a:defRPr sz="2000"/>
            </a:lvl5pPr>
            <a:lvl6pPr marL="2743200" lvl="5" indent="-355600" algn="l">
              <a:spcBef>
                <a:spcPts val="400"/>
              </a:spcBef>
              <a:spcAft>
                <a:spcPts val="0"/>
              </a:spcAft>
              <a:buClr>
                <a:schemeClr val="dk1"/>
              </a:buClr>
              <a:buSzPts val="2000"/>
              <a:buChar char="•"/>
              <a:defRPr sz="2000"/>
            </a:lvl6pPr>
            <a:lvl7pPr marL="3200400" lvl="6" indent="-355600" algn="l">
              <a:spcBef>
                <a:spcPts val="400"/>
              </a:spcBef>
              <a:spcAft>
                <a:spcPts val="0"/>
              </a:spcAft>
              <a:buClr>
                <a:schemeClr val="dk1"/>
              </a:buClr>
              <a:buSzPts val="2000"/>
              <a:buChar char="•"/>
              <a:defRPr sz="2000"/>
            </a:lvl7pPr>
            <a:lvl8pPr marL="3657600" lvl="7" indent="-355600" algn="l">
              <a:spcBef>
                <a:spcPts val="400"/>
              </a:spcBef>
              <a:spcAft>
                <a:spcPts val="0"/>
              </a:spcAft>
              <a:buClr>
                <a:schemeClr val="dk1"/>
              </a:buClr>
              <a:buSzPts val="2000"/>
              <a:buChar char="•"/>
              <a:defRPr sz="2000"/>
            </a:lvl8pPr>
            <a:lvl9pPr marL="4114800" lvl="8" indent="-355600" algn="l">
              <a:spcBef>
                <a:spcPts val="400"/>
              </a:spcBef>
              <a:spcAft>
                <a:spcPts val="0"/>
              </a:spcAft>
              <a:buClr>
                <a:schemeClr val="dk1"/>
              </a:buClr>
              <a:buSzPts val="2000"/>
              <a:buChar char="•"/>
              <a:defRPr sz="2000"/>
            </a:lvl9pPr>
          </a:lstStyle>
          <a:p>
            <a:endParaRPr/>
          </a:p>
        </p:txBody>
      </p:sp>
      <p:sp>
        <p:nvSpPr>
          <p:cNvPr id="57" name="Google Shape;57;p9"/>
          <p:cNvSpPr txBox="1">
            <a:spLocks noGrp="1"/>
          </p:cNvSpPr>
          <p:nvPr>
            <p:ph type="body" idx="2"/>
          </p:nvPr>
        </p:nvSpPr>
        <p:spPr>
          <a:xfrm>
            <a:off x="457200" y="1435100"/>
            <a:ext cx="3008313" cy="4691063"/>
          </a:xfrm>
          <a:prstGeom prst="rect">
            <a:avLst/>
          </a:prstGeom>
          <a:noFill/>
          <a:ln>
            <a:noFill/>
          </a:ln>
        </p:spPr>
        <p:txBody>
          <a:bodyPr spcFirstLastPara="1" wrap="square" lIns="91425" tIns="45700" rIns="91425" bIns="45700" anchor="t" anchorCtr="0">
            <a:normAutofit/>
          </a:bodyPr>
          <a:lstStyle>
            <a:lvl1pPr marL="457200" lvl="0" indent="-228600" algn="l">
              <a:spcBef>
                <a:spcPts val="280"/>
              </a:spcBef>
              <a:spcAft>
                <a:spcPts val="0"/>
              </a:spcAft>
              <a:buClr>
                <a:schemeClr val="dk1"/>
              </a:buClr>
              <a:buSzPts val="1400"/>
              <a:buNone/>
              <a:defRPr sz="1400"/>
            </a:lvl1pPr>
            <a:lvl2pPr marL="914400" lvl="1" indent="-228600" algn="l">
              <a:spcBef>
                <a:spcPts val="240"/>
              </a:spcBef>
              <a:spcAft>
                <a:spcPts val="0"/>
              </a:spcAft>
              <a:buClr>
                <a:schemeClr val="dk1"/>
              </a:buClr>
              <a:buSzPts val="1200"/>
              <a:buNone/>
              <a:defRPr sz="1200"/>
            </a:lvl2pPr>
            <a:lvl3pPr marL="1371600" lvl="2" indent="-228600" algn="l">
              <a:spcBef>
                <a:spcPts val="200"/>
              </a:spcBef>
              <a:spcAft>
                <a:spcPts val="0"/>
              </a:spcAft>
              <a:buClr>
                <a:schemeClr val="dk1"/>
              </a:buClr>
              <a:buSzPts val="1000"/>
              <a:buNone/>
              <a:defRPr sz="1000"/>
            </a:lvl3pPr>
            <a:lvl4pPr marL="1828800" lvl="3" indent="-228600" algn="l">
              <a:spcBef>
                <a:spcPts val="180"/>
              </a:spcBef>
              <a:spcAft>
                <a:spcPts val="0"/>
              </a:spcAft>
              <a:buClr>
                <a:schemeClr val="dk1"/>
              </a:buClr>
              <a:buSzPts val="900"/>
              <a:buNone/>
              <a:defRPr sz="900"/>
            </a:lvl4pPr>
            <a:lvl5pPr marL="2286000" lvl="4" indent="-228600" algn="l">
              <a:spcBef>
                <a:spcPts val="180"/>
              </a:spcBef>
              <a:spcAft>
                <a:spcPts val="0"/>
              </a:spcAft>
              <a:buClr>
                <a:schemeClr val="dk1"/>
              </a:buClr>
              <a:buSzPts val="900"/>
              <a:buNone/>
              <a:defRPr sz="900"/>
            </a:lvl5pPr>
            <a:lvl6pPr marL="2743200" lvl="5" indent="-228600" algn="l">
              <a:spcBef>
                <a:spcPts val="180"/>
              </a:spcBef>
              <a:spcAft>
                <a:spcPts val="0"/>
              </a:spcAft>
              <a:buClr>
                <a:schemeClr val="dk1"/>
              </a:buClr>
              <a:buSzPts val="900"/>
              <a:buNone/>
              <a:defRPr sz="900"/>
            </a:lvl6pPr>
            <a:lvl7pPr marL="3200400" lvl="6" indent="-228600" algn="l">
              <a:spcBef>
                <a:spcPts val="180"/>
              </a:spcBef>
              <a:spcAft>
                <a:spcPts val="0"/>
              </a:spcAft>
              <a:buClr>
                <a:schemeClr val="dk1"/>
              </a:buClr>
              <a:buSzPts val="900"/>
              <a:buNone/>
              <a:defRPr sz="900"/>
            </a:lvl7pPr>
            <a:lvl8pPr marL="3657600" lvl="7" indent="-228600" algn="l">
              <a:spcBef>
                <a:spcPts val="180"/>
              </a:spcBef>
              <a:spcAft>
                <a:spcPts val="0"/>
              </a:spcAft>
              <a:buClr>
                <a:schemeClr val="dk1"/>
              </a:buClr>
              <a:buSzPts val="900"/>
              <a:buNone/>
              <a:defRPr sz="900"/>
            </a:lvl8pPr>
            <a:lvl9pPr marL="4114800" lvl="8" indent="-228600" algn="l">
              <a:spcBef>
                <a:spcPts val="180"/>
              </a:spcBef>
              <a:spcAft>
                <a:spcPts val="0"/>
              </a:spcAft>
              <a:buClr>
                <a:schemeClr val="dk1"/>
              </a:buClr>
              <a:buSzPts val="900"/>
              <a:buNone/>
              <a:defRPr sz="900"/>
            </a:lvl9pPr>
          </a:lstStyle>
          <a:p>
            <a:endParaRPr/>
          </a:p>
        </p:txBody>
      </p:sp>
      <p:sp>
        <p:nvSpPr>
          <p:cNvPr id="58" name="Google Shape;58;p9"/>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9" name="Google Shape;59;p9"/>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0" name="Google Shape;60;p9"/>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1"/>
        <p:cNvGrpSpPr/>
        <p:nvPr/>
      </p:nvGrpSpPr>
      <p:grpSpPr>
        <a:xfrm>
          <a:off x="0" y="0"/>
          <a:ext cx="0" cy="0"/>
          <a:chOff x="0" y="0"/>
          <a:chExt cx="0" cy="0"/>
        </a:xfrm>
      </p:grpSpPr>
      <p:sp>
        <p:nvSpPr>
          <p:cNvPr id="62" name="Google Shape;62;p10"/>
          <p:cNvSpPr txBox="1">
            <a:spLocks noGrp="1"/>
          </p:cNvSpPr>
          <p:nvPr>
            <p:ph type="title"/>
          </p:nvPr>
        </p:nvSpPr>
        <p:spPr>
          <a:xfrm>
            <a:off x="1792288" y="4800600"/>
            <a:ext cx="5486400" cy="566738"/>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Clr>
                <a:schemeClr val="dk1"/>
              </a:buClr>
              <a:buSzPts val="2000"/>
              <a:buFont typeface="Calibri"/>
              <a:buNone/>
              <a:defRPr sz="2000" b="1"/>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3" name="Google Shape;63;p10"/>
          <p:cNvSpPr>
            <a:spLocks noGrp="1"/>
          </p:cNvSpPr>
          <p:nvPr>
            <p:ph type="pic" idx="2"/>
          </p:nvPr>
        </p:nvSpPr>
        <p:spPr>
          <a:xfrm>
            <a:off x="1792288" y="612775"/>
            <a:ext cx="5486400" cy="4114800"/>
          </a:xfrm>
          <a:prstGeom prst="rect">
            <a:avLst/>
          </a:prstGeom>
          <a:noFill/>
          <a:ln>
            <a:noFill/>
          </a:ln>
        </p:spPr>
      </p:sp>
      <p:sp>
        <p:nvSpPr>
          <p:cNvPr id="64" name="Google Shape;64;p10"/>
          <p:cNvSpPr txBox="1">
            <a:spLocks noGrp="1"/>
          </p:cNvSpPr>
          <p:nvPr>
            <p:ph type="body" idx="1"/>
          </p:nvPr>
        </p:nvSpPr>
        <p:spPr>
          <a:xfrm>
            <a:off x="1792288" y="5367338"/>
            <a:ext cx="5486400" cy="804862"/>
          </a:xfrm>
          <a:prstGeom prst="rect">
            <a:avLst/>
          </a:prstGeom>
          <a:noFill/>
          <a:ln>
            <a:noFill/>
          </a:ln>
        </p:spPr>
        <p:txBody>
          <a:bodyPr spcFirstLastPara="1" wrap="square" lIns="91425" tIns="45700" rIns="91425" bIns="45700" anchor="t" anchorCtr="0">
            <a:normAutofit/>
          </a:bodyPr>
          <a:lstStyle>
            <a:lvl1pPr marL="457200" lvl="0" indent="-228600" algn="l">
              <a:spcBef>
                <a:spcPts val="280"/>
              </a:spcBef>
              <a:spcAft>
                <a:spcPts val="0"/>
              </a:spcAft>
              <a:buClr>
                <a:schemeClr val="dk1"/>
              </a:buClr>
              <a:buSzPts val="1400"/>
              <a:buNone/>
              <a:defRPr sz="1400"/>
            </a:lvl1pPr>
            <a:lvl2pPr marL="914400" lvl="1" indent="-228600" algn="l">
              <a:spcBef>
                <a:spcPts val="240"/>
              </a:spcBef>
              <a:spcAft>
                <a:spcPts val="0"/>
              </a:spcAft>
              <a:buClr>
                <a:schemeClr val="dk1"/>
              </a:buClr>
              <a:buSzPts val="1200"/>
              <a:buNone/>
              <a:defRPr sz="1200"/>
            </a:lvl2pPr>
            <a:lvl3pPr marL="1371600" lvl="2" indent="-228600" algn="l">
              <a:spcBef>
                <a:spcPts val="200"/>
              </a:spcBef>
              <a:spcAft>
                <a:spcPts val="0"/>
              </a:spcAft>
              <a:buClr>
                <a:schemeClr val="dk1"/>
              </a:buClr>
              <a:buSzPts val="1000"/>
              <a:buNone/>
              <a:defRPr sz="1000"/>
            </a:lvl3pPr>
            <a:lvl4pPr marL="1828800" lvl="3" indent="-228600" algn="l">
              <a:spcBef>
                <a:spcPts val="180"/>
              </a:spcBef>
              <a:spcAft>
                <a:spcPts val="0"/>
              </a:spcAft>
              <a:buClr>
                <a:schemeClr val="dk1"/>
              </a:buClr>
              <a:buSzPts val="900"/>
              <a:buNone/>
              <a:defRPr sz="900"/>
            </a:lvl4pPr>
            <a:lvl5pPr marL="2286000" lvl="4" indent="-228600" algn="l">
              <a:spcBef>
                <a:spcPts val="180"/>
              </a:spcBef>
              <a:spcAft>
                <a:spcPts val="0"/>
              </a:spcAft>
              <a:buClr>
                <a:schemeClr val="dk1"/>
              </a:buClr>
              <a:buSzPts val="900"/>
              <a:buNone/>
              <a:defRPr sz="900"/>
            </a:lvl5pPr>
            <a:lvl6pPr marL="2743200" lvl="5" indent="-228600" algn="l">
              <a:spcBef>
                <a:spcPts val="180"/>
              </a:spcBef>
              <a:spcAft>
                <a:spcPts val="0"/>
              </a:spcAft>
              <a:buClr>
                <a:schemeClr val="dk1"/>
              </a:buClr>
              <a:buSzPts val="900"/>
              <a:buNone/>
              <a:defRPr sz="900"/>
            </a:lvl6pPr>
            <a:lvl7pPr marL="3200400" lvl="6" indent="-228600" algn="l">
              <a:spcBef>
                <a:spcPts val="180"/>
              </a:spcBef>
              <a:spcAft>
                <a:spcPts val="0"/>
              </a:spcAft>
              <a:buClr>
                <a:schemeClr val="dk1"/>
              </a:buClr>
              <a:buSzPts val="900"/>
              <a:buNone/>
              <a:defRPr sz="900"/>
            </a:lvl7pPr>
            <a:lvl8pPr marL="3657600" lvl="7" indent="-228600" algn="l">
              <a:spcBef>
                <a:spcPts val="180"/>
              </a:spcBef>
              <a:spcAft>
                <a:spcPts val="0"/>
              </a:spcAft>
              <a:buClr>
                <a:schemeClr val="dk1"/>
              </a:buClr>
              <a:buSzPts val="900"/>
              <a:buNone/>
              <a:defRPr sz="900"/>
            </a:lvl8pPr>
            <a:lvl9pPr marL="4114800" lvl="8" indent="-228600" algn="l">
              <a:spcBef>
                <a:spcPts val="180"/>
              </a:spcBef>
              <a:spcAft>
                <a:spcPts val="0"/>
              </a:spcAft>
              <a:buClr>
                <a:schemeClr val="dk1"/>
              </a:buClr>
              <a:buSzPts val="900"/>
              <a:buNone/>
              <a:defRPr sz="900"/>
            </a:lvl9pPr>
          </a:lstStyle>
          <a:p>
            <a:endParaRPr/>
          </a:p>
        </p:txBody>
      </p:sp>
      <p:sp>
        <p:nvSpPr>
          <p:cNvPr id="65" name="Google Shape;65;p10"/>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6" name="Google Shape;66;p10"/>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7" name="Google Shape;67;p10"/>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68"/>
        <p:cNvGrpSpPr/>
        <p:nvPr/>
      </p:nvGrpSpPr>
      <p:grpSpPr>
        <a:xfrm>
          <a:off x="0" y="0"/>
          <a:ext cx="0" cy="0"/>
          <a:chOff x="0" y="0"/>
          <a:chExt cx="0" cy="0"/>
        </a:xfrm>
      </p:grpSpPr>
      <p:sp>
        <p:nvSpPr>
          <p:cNvPr id="69" name="Google Shape;69;p11"/>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0" name="Google Shape;70;p11"/>
          <p:cNvSpPr txBox="1">
            <a:spLocks noGrp="1"/>
          </p:cNvSpPr>
          <p:nvPr>
            <p:ph type="body" idx="1"/>
          </p:nvPr>
        </p:nvSpPr>
        <p:spPr>
          <a:xfrm rot="5400000">
            <a:off x="2309019" y="-251618"/>
            <a:ext cx="4525963" cy="8229600"/>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71" name="Google Shape;71;p11"/>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2" name="Google Shape;72;p11"/>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3" name="Google Shape;73;p11"/>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4"/>
        <p:cNvGrpSpPr/>
        <p:nvPr/>
      </p:nvGrpSpPr>
      <p:grpSpPr>
        <a:xfrm>
          <a:off x="0" y="0"/>
          <a:ext cx="0" cy="0"/>
          <a:chOff x="0" y="0"/>
          <a:chExt cx="0" cy="0"/>
        </a:xfrm>
      </p:grpSpPr>
      <p:sp>
        <p:nvSpPr>
          <p:cNvPr id="75" name="Google Shape;75;p12"/>
          <p:cNvSpPr txBox="1">
            <a:spLocks noGrp="1"/>
          </p:cNvSpPr>
          <p:nvPr>
            <p:ph type="title"/>
          </p:nvPr>
        </p:nvSpPr>
        <p:spPr>
          <a:xfrm rot="5400000">
            <a:off x="4732338" y="2171701"/>
            <a:ext cx="5851525" cy="20574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6" name="Google Shape;76;p12"/>
          <p:cNvSpPr txBox="1">
            <a:spLocks noGrp="1"/>
          </p:cNvSpPr>
          <p:nvPr>
            <p:ph type="body" idx="1"/>
          </p:nvPr>
        </p:nvSpPr>
        <p:spPr>
          <a:xfrm rot="5400000">
            <a:off x="541338" y="190500"/>
            <a:ext cx="5851525" cy="6019800"/>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77" name="Google Shape;77;p12"/>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8" name="Google Shape;78;p12"/>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9" name="Google Shape;79;p12"/>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marR="0" lvl="0" algn="ctr" rtl="0">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7" name="Google Shape;7;p1"/>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lvl1pPr marL="457200" marR="0" lvl="0" indent="-431800" algn="l" rtl="0">
              <a:spcBef>
                <a:spcPts val="640"/>
              </a:spcBef>
              <a:spcAft>
                <a:spcPts val="0"/>
              </a:spcAft>
              <a:buClr>
                <a:schemeClr val="dk1"/>
              </a:buClr>
              <a:buSzPts val="3200"/>
              <a:buFont typeface="Arial"/>
              <a:buChar char="•"/>
              <a:defRPr sz="3200" b="0" i="0" u="none" strike="noStrike" cap="none">
                <a:solidFill>
                  <a:schemeClr val="dk1"/>
                </a:solidFill>
                <a:latin typeface="Calibri"/>
                <a:ea typeface="Calibri"/>
                <a:cs typeface="Calibri"/>
                <a:sym typeface="Calibri"/>
              </a:defRPr>
            </a:lvl1pPr>
            <a:lvl2pPr marL="914400" marR="0" lvl="1" indent="-406400" algn="l" rtl="0">
              <a:spcBef>
                <a:spcPts val="56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2pPr>
            <a:lvl3pPr marL="1371600" marR="0" lvl="2" indent="-381000" algn="l" rtl="0">
              <a:spcBef>
                <a:spcPts val="48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3pPr>
            <a:lvl4pPr marL="1828800" marR="0" lvl="3"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4pPr>
            <a:lvl5pPr marL="2286000" marR="0" lvl="4"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5pPr>
            <a:lvl6pPr marL="2743200" marR="0" lvl="5"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8" name="Google Shape;8;p1"/>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9" name="Google Shape;9;p1"/>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0" name="Google Shape;10;p1"/>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0.xml"/><Relationship Id="rId1" Type="http://schemas.openxmlformats.org/officeDocument/2006/relationships/slideLayout" Target="../slideLayouts/slideLayout1.xml"/><Relationship Id="rId4" Type="http://schemas.openxmlformats.org/officeDocument/2006/relationships/image" Target="../media/image5.png"/></Relationships>
</file>

<file path=ppt/slides/_rels/slide1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1.xml"/><Relationship Id="rId1" Type="http://schemas.openxmlformats.org/officeDocument/2006/relationships/slideLayout" Target="../slideLayouts/slideLayout1.xml"/><Relationship Id="rId4" Type="http://schemas.openxmlformats.org/officeDocument/2006/relationships/image" Target="../media/image7.png"/></Relationships>
</file>

<file path=ppt/slides/_rels/slide1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2.xml"/><Relationship Id="rId1" Type="http://schemas.openxmlformats.org/officeDocument/2006/relationships/slideLayout" Target="../slideLayouts/slideLayout1.xml"/><Relationship Id="rId4" Type="http://schemas.openxmlformats.org/officeDocument/2006/relationships/image" Target="../media/image9.png"/></Relationships>
</file>

<file path=ppt/slides/_rels/slide1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3.xml"/><Relationship Id="rId1" Type="http://schemas.openxmlformats.org/officeDocument/2006/relationships/slideLayout" Target="../slideLayouts/slideLayout1.xml"/><Relationship Id="rId4" Type="http://schemas.openxmlformats.org/officeDocument/2006/relationships/image" Target="../media/image11.png"/></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Shape 83"/>
        <p:cNvGrpSpPr/>
        <p:nvPr/>
      </p:nvGrpSpPr>
      <p:grpSpPr>
        <a:xfrm>
          <a:off x="0" y="0"/>
          <a:ext cx="0" cy="0"/>
          <a:chOff x="0" y="0"/>
          <a:chExt cx="0" cy="0"/>
        </a:xfrm>
      </p:grpSpPr>
      <p:grpSp>
        <p:nvGrpSpPr>
          <p:cNvPr id="84" name="Google Shape;84;p13"/>
          <p:cNvGrpSpPr/>
          <p:nvPr/>
        </p:nvGrpSpPr>
        <p:grpSpPr>
          <a:xfrm>
            <a:off x="11762088" y="-9632634"/>
            <a:ext cx="10994424" cy="10994424"/>
            <a:chOff x="0" y="0"/>
            <a:chExt cx="812800" cy="812800"/>
          </a:xfrm>
        </p:grpSpPr>
        <p:sp>
          <p:nvSpPr>
            <p:cNvPr id="85" name="Google Shape;85;p13"/>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noFill/>
            <a:ln w="514350" cap="sq" cmpd="sng">
              <a:solidFill>
                <a:srgbClr val="FD6220">
                  <a:alpha val="11764"/>
                </a:srgbClr>
              </a:solidFill>
              <a:prstDash val="solid"/>
              <a:miter lim="8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 name="Google Shape;86;p13"/>
            <p:cNvSpPr txBox="1"/>
            <p:nvPr/>
          </p:nvSpPr>
          <p:spPr>
            <a:xfrm>
              <a:off x="76200" y="47625"/>
              <a:ext cx="660400" cy="688975"/>
            </a:xfrm>
            <a:prstGeom prst="rect">
              <a:avLst/>
            </a:prstGeom>
            <a:noFill/>
            <a:ln>
              <a:noFill/>
            </a:ln>
          </p:spPr>
          <p:txBody>
            <a:bodyPr spcFirstLastPara="1" wrap="square" lIns="50800" tIns="50800" rIns="50800" bIns="50800" anchor="ctr" anchorCtr="0">
              <a:noAutofit/>
            </a:bodyPr>
            <a:lstStyle/>
            <a:p>
              <a:pPr marL="0" marR="0" lvl="0" indent="0" algn="ctr" rtl="0">
                <a:lnSpc>
                  <a:spcPct val="147722"/>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87" name="Google Shape;87;p13"/>
          <p:cNvGrpSpPr/>
          <p:nvPr/>
        </p:nvGrpSpPr>
        <p:grpSpPr>
          <a:xfrm>
            <a:off x="-9965724" y="-1383136"/>
            <a:ext cx="10994424" cy="10994424"/>
            <a:chOff x="0" y="0"/>
            <a:chExt cx="812800" cy="812800"/>
          </a:xfrm>
        </p:grpSpPr>
        <p:sp>
          <p:nvSpPr>
            <p:cNvPr id="88" name="Google Shape;88;p13"/>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noFill/>
            <a:ln w="514350" cap="sq" cmpd="sng">
              <a:solidFill>
                <a:srgbClr val="FD6220">
                  <a:alpha val="11764"/>
                </a:srgbClr>
              </a:solidFill>
              <a:prstDash val="solid"/>
              <a:miter lim="8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 name="Google Shape;89;p13"/>
            <p:cNvSpPr txBox="1"/>
            <p:nvPr/>
          </p:nvSpPr>
          <p:spPr>
            <a:xfrm>
              <a:off x="76200" y="47625"/>
              <a:ext cx="660400" cy="688975"/>
            </a:xfrm>
            <a:prstGeom prst="rect">
              <a:avLst/>
            </a:prstGeom>
            <a:noFill/>
            <a:ln>
              <a:noFill/>
            </a:ln>
          </p:spPr>
          <p:txBody>
            <a:bodyPr spcFirstLastPara="1" wrap="square" lIns="50800" tIns="50800" rIns="50800" bIns="50800" anchor="ctr" anchorCtr="0">
              <a:noAutofit/>
            </a:bodyPr>
            <a:lstStyle/>
            <a:p>
              <a:pPr marL="0" marR="0" lvl="0" indent="0" algn="ctr" rtl="0">
                <a:lnSpc>
                  <a:spcPct val="147722"/>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pic>
        <p:nvPicPr>
          <p:cNvPr id="90" name="Google Shape;90;p13"/>
          <p:cNvPicPr preferRelativeResize="0"/>
          <p:nvPr/>
        </p:nvPicPr>
        <p:blipFill rotWithShape="1">
          <a:blip r:embed="rId3">
            <a:alphaModFix/>
          </a:blip>
          <a:srcRect/>
          <a:stretch/>
        </p:blipFill>
        <p:spPr>
          <a:xfrm>
            <a:off x="6610443" y="196689"/>
            <a:ext cx="4752247" cy="1360611"/>
          </a:xfrm>
          <a:prstGeom prst="rect">
            <a:avLst/>
          </a:prstGeom>
          <a:noFill/>
          <a:ln>
            <a:noFill/>
          </a:ln>
        </p:spPr>
      </p:pic>
      <p:sp>
        <p:nvSpPr>
          <p:cNvPr id="91" name="Google Shape;91;p13"/>
          <p:cNvSpPr txBox="1"/>
          <p:nvPr/>
        </p:nvSpPr>
        <p:spPr>
          <a:xfrm>
            <a:off x="1360002" y="1608482"/>
            <a:ext cx="15925800" cy="1631216"/>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3200" b="1" i="0" u="none" strike="noStrike" cap="none">
                <a:solidFill>
                  <a:schemeClr val="dk1"/>
                </a:solidFill>
                <a:latin typeface="Cambria"/>
                <a:ea typeface="Cambria"/>
                <a:cs typeface="Cambria"/>
                <a:sym typeface="Cambria"/>
              </a:rPr>
              <a:t>Vel Tech Rangarajan Dr. Sagunthala R&amp;D Institute of Science and Technology</a:t>
            </a:r>
            <a:endParaRPr/>
          </a:p>
          <a:p>
            <a:pPr marL="0" marR="0" lvl="0" indent="0" algn="ctr" rtl="0">
              <a:spcBef>
                <a:spcPts val="0"/>
              </a:spcBef>
              <a:spcAft>
                <a:spcPts val="0"/>
              </a:spcAft>
              <a:buNone/>
            </a:pPr>
            <a:r>
              <a:rPr lang="en-US" sz="3600" b="1" i="0" u="none" strike="noStrike" cap="none">
                <a:solidFill>
                  <a:schemeClr val="dk1"/>
                </a:solidFill>
                <a:latin typeface="Cambria"/>
                <a:ea typeface="Cambria"/>
                <a:cs typeface="Cambria"/>
                <a:sym typeface="Cambria"/>
              </a:rPr>
              <a:t>School of Computing </a:t>
            </a:r>
            <a:endParaRPr/>
          </a:p>
          <a:p>
            <a:pPr marL="0" marR="0" lvl="0" indent="0" algn="ctr" rtl="0">
              <a:spcBef>
                <a:spcPts val="0"/>
              </a:spcBef>
              <a:spcAft>
                <a:spcPts val="0"/>
              </a:spcAft>
              <a:buNone/>
            </a:pPr>
            <a:r>
              <a:rPr lang="en-US" sz="3200" b="1" i="0" u="none" strike="noStrike" cap="none">
                <a:solidFill>
                  <a:schemeClr val="dk1"/>
                </a:solidFill>
                <a:latin typeface="Cambria"/>
                <a:ea typeface="Cambria"/>
                <a:cs typeface="Cambria"/>
                <a:sym typeface="Cambria"/>
              </a:rPr>
              <a:t>Department of CSE-Cyber Security</a:t>
            </a:r>
            <a:endParaRPr sz="3200" b="1" i="0" u="none" strike="noStrike" cap="none">
              <a:solidFill>
                <a:schemeClr val="dk1"/>
              </a:solidFill>
              <a:latin typeface="Cambria"/>
              <a:ea typeface="Cambria"/>
              <a:cs typeface="Cambria"/>
              <a:sym typeface="Cambria"/>
            </a:endParaRPr>
          </a:p>
        </p:txBody>
      </p:sp>
      <p:sp>
        <p:nvSpPr>
          <p:cNvPr id="92" name="Google Shape;92;p13"/>
          <p:cNvSpPr txBox="1"/>
          <p:nvPr/>
        </p:nvSpPr>
        <p:spPr>
          <a:xfrm>
            <a:off x="1692835" y="3272357"/>
            <a:ext cx="15260135" cy="523220"/>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2800" b="1" i="0" u="none" strike="noStrike" cap="none">
                <a:solidFill>
                  <a:srgbClr val="0033CC"/>
                </a:solidFill>
                <a:latin typeface="Bookman Old Style"/>
                <a:ea typeface="Bookman Old Style"/>
                <a:cs typeface="Bookman Old Style"/>
                <a:sym typeface="Bookman Old Style"/>
              </a:rPr>
              <a:t>10211CC224 / FULL STACK APPLICATION DEVELOPMENT (JAVA)</a:t>
            </a:r>
            <a:endParaRPr sz="2800" b="1" i="0" u="none" strike="noStrike" cap="none">
              <a:solidFill>
                <a:srgbClr val="0033CC"/>
              </a:solidFill>
              <a:latin typeface="Bookman Old Style"/>
              <a:ea typeface="Bookman Old Style"/>
              <a:cs typeface="Bookman Old Style"/>
              <a:sym typeface="Bookman Old Style"/>
            </a:endParaRPr>
          </a:p>
        </p:txBody>
      </p:sp>
      <p:sp>
        <p:nvSpPr>
          <p:cNvPr id="93" name="Google Shape;93;p13"/>
          <p:cNvSpPr txBox="1"/>
          <p:nvPr/>
        </p:nvSpPr>
        <p:spPr>
          <a:xfrm>
            <a:off x="3727757" y="3897940"/>
            <a:ext cx="11190289" cy="1754326"/>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3600" b="1" i="0" u="none" strike="noStrike" cap="none" dirty="0">
                <a:solidFill>
                  <a:srgbClr val="C00000"/>
                </a:solidFill>
                <a:latin typeface="Arial"/>
                <a:ea typeface="Arial"/>
                <a:cs typeface="Arial"/>
                <a:sym typeface="Arial"/>
              </a:rPr>
              <a:t>PROJECT REVIEW : MILESTONE PROJECT – 1</a:t>
            </a:r>
            <a:endParaRPr dirty="0"/>
          </a:p>
          <a:p>
            <a:pPr marL="0" marR="0" lvl="0" indent="0" algn="ctr" rtl="0">
              <a:spcBef>
                <a:spcPts val="0"/>
              </a:spcBef>
              <a:spcAft>
                <a:spcPts val="0"/>
              </a:spcAft>
              <a:buNone/>
            </a:pPr>
            <a:endParaRPr sz="3600" b="1" i="0" u="none" strike="noStrike" cap="none" dirty="0">
              <a:solidFill>
                <a:srgbClr val="C00000"/>
              </a:solidFill>
              <a:latin typeface="Arial"/>
              <a:ea typeface="Arial"/>
              <a:cs typeface="Arial"/>
              <a:sym typeface="Arial"/>
            </a:endParaRPr>
          </a:p>
          <a:p>
            <a:pPr marL="0" marR="0" lvl="0" indent="0" algn="ctr" rtl="0">
              <a:spcBef>
                <a:spcPts val="0"/>
              </a:spcBef>
              <a:spcAft>
                <a:spcPts val="0"/>
              </a:spcAft>
              <a:buNone/>
            </a:pPr>
            <a:r>
              <a:rPr lang="en-US" sz="3600" b="1" i="0" u="none" strike="noStrike" cap="none" dirty="0">
                <a:solidFill>
                  <a:srgbClr val="C00000"/>
                </a:solidFill>
                <a:latin typeface="Arial"/>
                <a:ea typeface="Arial"/>
                <a:cs typeface="Arial"/>
                <a:sym typeface="Arial"/>
              </a:rPr>
              <a:t>Date: 02-04-2026</a:t>
            </a:r>
            <a:endParaRPr dirty="0"/>
          </a:p>
        </p:txBody>
      </p:sp>
      <p:sp>
        <p:nvSpPr>
          <p:cNvPr id="94" name="Google Shape;94;p13"/>
          <p:cNvSpPr txBox="1"/>
          <p:nvPr/>
        </p:nvSpPr>
        <p:spPr>
          <a:xfrm>
            <a:off x="1501640" y="6057900"/>
            <a:ext cx="15784162" cy="584775"/>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3200" b="1" dirty="0">
                <a:solidFill>
                  <a:srgbClr val="0033CC"/>
                </a:solidFill>
                <a:latin typeface="Times New Roman"/>
                <a:ea typeface="Times New Roman"/>
                <a:cs typeface="Times New Roman"/>
                <a:sym typeface="Times New Roman"/>
              </a:rPr>
              <a:t>Smart Study Planner</a:t>
            </a:r>
            <a:endParaRPr sz="3200" b="1" i="0" u="none" strike="noStrike" cap="none" dirty="0">
              <a:solidFill>
                <a:srgbClr val="0033CC"/>
              </a:solidFill>
              <a:latin typeface="Times New Roman"/>
              <a:ea typeface="Times New Roman"/>
              <a:cs typeface="Times New Roman"/>
              <a:sym typeface="Times New Roman"/>
            </a:endParaRPr>
          </a:p>
        </p:txBody>
      </p:sp>
      <p:sp>
        <p:nvSpPr>
          <p:cNvPr id="95" name="Google Shape;95;p13"/>
          <p:cNvSpPr txBox="1"/>
          <p:nvPr/>
        </p:nvSpPr>
        <p:spPr>
          <a:xfrm>
            <a:off x="893870" y="7800539"/>
            <a:ext cx="9067800" cy="2084160"/>
          </a:xfrm>
          <a:prstGeom prst="rect">
            <a:avLst/>
          </a:prstGeom>
          <a:noFill/>
          <a:ln>
            <a:noFill/>
          </a:ln>
        </p:spPr>
        <p:txBody>
          <a:bodyPr spcFirstLastPara="1" wrap="square" lIns="91425" tIns="45700" rIns="91425" bIns="45700" anchor="t" anchorCtr="0">
            <a:spAutoFit/>
          </a:bodyPr>
          <a:lstStyle/>
          <a:p>
            <a:pPr marL="0" marR="0" lvl="0" indent="0" algn="l" rtl="0">
              <a:lnSpc>
                <a:spcPct val="150000"/>
              </a:lnSpc>
              <a:spcBef>
                <a:spcPts val="0"/>
              </a:spcBef>
              <a:spcAft>
                <a:spcPts val="0"/>
              </a:spcAft>
              <a:buNone/>
            </a:pPr>
            <a:r>
              <a:rPr lang="en-US" sz="3000" b="1" i="0" u="none" strike="noStrike" cap="none">
                <a:solidFill>
                  <a:schemeClr val="dk1"/>
                </a:solidFill>
                <a:latin typeface="Cambria"/>
                <a:ea typeface="Cambria"/>
                <a:cs typeface="Cambria"/>
                <a:sym typeface="Cambria"/>
              </a:rPr>
              <a:t>Presented By:</a:t>
            </a:r>
            <a:endParaRPr/>
          </a:p>
          <a:p>
            <a:pPr marL="0" marR="0" lvl="0" indent="0" algn="l" rtl="0">
              <a:lnSpc>
                <a:spcPct val="150000"/>
              </a:lnSpc>
              <a:spcBef>
                <a:spcPts val="0"/>
              </a:spcBef>
              <a:spcAft>
                <a:spcPts val="0"/>
              </a:spcAft>
              <a:buNone/>
            </a:pPr>
            <a:r>
              <a:rPr lang="en-US" sz="3000" b="0" i="0" u="none" strike="noStrike" cap="none">
                <a:solidFill>
                  <a:schemeClr val="dk1"/>
                </a:solidFill>
                <a:latin typeface="Cambria"/>
                <a:ea typeface="Cambria"/>
                <a:cs typeface="Cambria"/>
                <a:sym typeface="Cambria"/>
              </a:rPr>
              <a:t>STUDENT NAME: Kopparthi Sai Pavan – VTU25916 – Reg.No.23UESS0036</a:t>
            </a:r>
            <a:endParaRPr sz="3000" b="0" i="0" u="none" strike="noStrike" cap="none">
              <a:solidFill>
                <a:schemeClr val="dk1"/>
              </a:solidFill>
              <a:latin typeface="Cambria"/>
              <a:ea typeface="Cambria"/>
              <a:cs typeface="Cambria"/>
              <a:sym typeface="Cambria"/>
            </a:endParaRPr>
          </a:p>
        </p:txBody>
      </p:sp>
      <p:sp>
        <p:nvSpPr>
          <p:cNvPr id="96" name="Google Shape;96;p13"/>
          <p:cNvSpPr txBox="1"/>
          <p:nvPr/>
        </p:nvSpPr>
        <p:spPr>
          <a:xfrm>
            <a:off x="10945035" y="7818586"/>
            <a:ext cx="6914603" cy="1391663"/>
          </a:xfrm>
          <a:prstGeom prst="rect">
            <a:avLst/>
          </a:prstGeom>
          <a:noFill/>
          <a:ln>
            <a:noFill/>
          </a:ln>
        </p:spPr>
        <p:txBody>
          <a:bodyPr spcFirstLastPara="1" wrap="square" lIns="91425" tIns="45700" rIns="91425" bIns="45700" anchor="t" anchorCtr="0">
            <a:spAutoFit/>
          </a:bodyPr>
          <a:lstStyle/>
          <a:p>
            <a:pPr marL="0" marR="0" lvl="0" indent="0" algn="l" rtl="0">
              <a:lnSpc>
                <a:spcPct val="150000"/>
              </a:lnSpc>
              <a:spcBef>
                <a:spcPts val="0"/>
              </a:spcBef>
              <a:spcAft>
                <a:spcPts val="0"/>
              </a:spcAft>
              <a:buNone/>
            </a:pPr>
            <a:r>
              <a:rPr lang="en-US" sz="3000" b="1" i="0" u="none" strike="noStrike" cap="none">
                <a:solidFill>
                  <a:schemeClr val="dk1"/>
                </a:solidFill>
                <a:latin typeface="Cambria"/>
                <a:ea typeface="Cambria"/>
                <a:cs typeface="Cambria"/>
                <a:sym typeface="Cambria"/>
              </a:rPr>
              <a:t>Courses Handling Faculty:</a:t>
            </a:r>
            <a:endParaRPr/>
          </a:p>
          <a:p>
            <a:pPr marL="0" marR="0" lvl="0" indent="0" algn="l" rtl="0">
              <a:lnSpc>
                <a:spcPct val="150000"/>
              </a:lnSpc>
              <a:spcBef>
                <a:spcPts val="0"/>
              </a:spcBef>
              <a:spcAft>
                <a:spcPts val="0"/>
              </a:spcAft>
              <a:buNone/>
            </a:pPr>
            <a:r>
              <a:rPr lang="en-US" sz="3000" b="0" i="0" u="none" strike="noStrike" cap="none">
                <a:solidFill>
                  <a:schemeClr val="dk1"/>
                </a:solidFill>
                <a:latin typeface="Cambria"/>
                <a:ea typeface="Cambria"/>
                <a:cs typeface="Cambria"/>
                <a:sym typeface="Cambria"/>
              </a:rPr>
              <a:t>Dr. Shahul Hameed C- Assistant Professor</a:t>
            </a:r>
            <a:endParaRPr sz="3000" b="0" i="0" u="none" strike="noStrike" cap="none">
              <a:solidFill>
                <a:schemeClr val="dk1"/>
              </a:solidFill>
              <a:latin typeface="Cambria"/>
              <a:ea typeface="Cambria"/>
              <a:cs typeface="Cambria"/>
              <a:sym typeface="Cambria"/>
            </a:endParaRPr>
          </a:p>
        </p:txBody>
      </p:sp>
      <p:sp>
        <p:nvSpPr>
          <p:cNvPr id="97" name="Google Shape;97;p13"/>
          <p:cNvSpPr txBox="1"/>
          <p:nvPr/>
        </p:nvSpPr>
        <p:spPr>
          <a:xfrm>
            <a:off x="2209800" y="6972300"/>
            <a:ext cx="14743170" cy="40011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000" b="1" i="0" u="none" strike="noStrike" cap="none">
                <a:solidFill>
                  <a:schemeClr val="dk1"/>
                </a:solidFill>
                <a:latin typeface="Cambria"/>
                <a:ea typeface="Cambria"/>
                <a:cs typeface="Cambria"/>
                <a:sym typeface="Cambria"/>
              </a:rPr>
              <a:t>SDG: SDG No – SDG Title(Example: SDG 4 – Quality Education)</a:t>
            </a:r>
            <a:endParaRPr sz="2000" b="1">
              <a:solidFill>
                <a:schemeClr val="dk1"/>
              </a:solidFill>
              <a:latin typeface="Cambria"/>
              <a:ea typeface="Cambria"/>
              <a:cs typeface="Cambria"/>
              <a:sym typeface="Cambria"/>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Shape 101"/>
        <p:cNvGrpSpPr/>
        <p:nvPr/>
      </p:nvGrpSpPr>
      <p:grpSpPr>
        <a:xfrm>
          <a:off x="0" y="0"/>
          <a:ext cx="0" cy="0"/>
          <a:chOff x="0" y="0"/>
          <a:chExt cx="0" cy="0"/>
        </a:xfrm>
      </p:grpSpPr>
      <p:sp>
        <p:nvSpPr>
          <p:cNvPr id="102" name="Google Shape;102;p14"/>
          <p:cNvSpPr/>
          <p:nvPr/>
        </p:nvSpPr>
        <p:spPr>
          <a:xfrm>
            <a:off x="16313420" y="910465"/>
            <a:ext cx="945880" cy="236470"/>
          </a:xfrm>
          <a:custGeom>
            <a:avLst/>
            <a:gdLst/>
            <a:ahLst/>
            <a:cxnLst/>
            <a:rect l="l" t="t" r="r" b="b"/>
            <a:pathLst>
              <a:path w="945880" h="236470" extrusionOk="0">
                <a:moveTo>
                  <a:pt x="0" y="0"/>
                </a:moveTo>
                <a:lnTo>
                  <a:pt x="945880" y="0"/>
                </a:lnTo>
                <a:lnTo>
                  <a:pt x="945880" y="236470"/>
                </a:lnTo>
                <a:lnTo>
                  <a:pt x="0" y="236470"/>
                </a:lnTo>
                <a:lnTo>
                  <a:pt x="0" y="0"/>
                </a:lnTo>
                <a:close/>
              </a:path>
            </a:pathLst>
          </a:custGeom>
          <a:noFill/>
          <a:ln>
            <a:noFill/>
          </a:ln>
        </p:spPr>
      </p:sp>
      <p:grpSp>
        <p:nvGrpSpPr>
          <p:cNvPr id="103" name="Google Shape;103;p14"/>
          <p:cNvGrpSpPr/>
          <p:nvPr/>
        </p:nvGrpSpPr>
        <p:grpSpPr>
          <a:xfrm>
            <a:off x="706082" y="1952203"/>
            <a:ext cx="992463" cy="992463"/>
            <a:chOff x="0" y="0"/>
            <a:chExt cx="812800" cy="812800"/>
          </a:xfrm>
        </p:grpSpPr>
        <p:sp>
          <p:nvSpPr>
            <p:cNvPr id="104" name="Google Shape;104;p14"/>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 name="Google Shape;105;p14"/>
            <p:cNvSpPr txBox="1"/>
            <p:nvPr/>
          </p:nvSpPr>
          <p:spPr>
            <a:xfrm>
              <a:off x="76200" y="19050"/>
              <a:ext cx="660400" cy="717550"/>
            </a:xfrm>
            <a:prstGeom prst="rect">
              <a:avLst/>
            </a:prstGeom>
            <a:noFill/>
            <a:ln>
              <a:noFill/>
            </a:ln>
          </p:spPr>
          <p:txBody>
            <a:bodyPr spcFirstLastPara="1" wrap="square" lIns="50800" tIns="50800" rIns="50800" bIns="50800" anchor="ctr" anchorCtr="0">
              <a:noAutofit/>
            </a:bodyPr>
            <a:lstStyle/>
            <a:p>
              <a:pPr marL="0" marR="0" lvl="0" indent="0" algn="ctr" rtl="0">
                <a:lnSpc>
                  <a:spcPct val="140014"/>
                </a:lnSpc>
                <a:spcBef>
                  <a:spcPts val="0"/>
                </a:spcBef>
                <a:spcAft>
                  <a:spcPts val="0"/>
                </a:spcAft>
                <a:buNone/>
              </a:pPr>
              <a:r>
                <a:rPr lang="en-US" sz="2699">
                  <a:solidFill>
                    <a:srgbClr val="FFFEFE"/>
                  </a:solidFill>
                  <a:latin typeface="Arial"/>
                  <a:ea typeface="Arial"/>
                  <a:cs typeface="Arial"/>
                  <a:sym typeface="Arial"/>
                </a:rPr>
                <a:t>1</a:t>
              </a:r>
              <a:endParaRPr/>
            </a:p>
          </p:txBody>
        </p:sp>
      </p:grpSp>
      <p:grpSp>
        <p:nvGrpSpPr>
          <p:cNvPr id="106" name="Google Shape;106;p14"/>
          <p:cNvGrpSpPr/>
          <p:nvPr/>
        </p:nvGrpSpPr>
        <p:grpSpPr>
          <a:xfrm>
            <a:off x="948235" y="4447339"/>
            <a:ext cx="508158" cy="543805"/>
            <a:chOff x="0" y="0"/>
            <a:chExt cx="812800" cy="869819"/>
          </a:xfrm>
        </p:grpSpPr>
        <p:sp>
          <p:nvSpPr>
            <p:cNvPr id="107" name="Google Shape;107;p14"/>
            <p:cNvSpPr/>
            <p:nvPr/>
          </p:nvSpPr>
          <p:spPr>
            <a:xfrm>
              <a:off x="0" y="0"/>
              <a:ext cx="812800" cy="869819"/>
            </a:xfrm>
            <a:custGeom>
              <a:avLst/>
              <a:gdLst/>
              <a:ahLst/>
              <a:cxnLst/>
              <a:rect l="l" t="t" r="r" b="b"/>
              <a:pathLst>
                <a:path w="812800" h="869819" extrusionOk="0">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cmpd="sng">
              <a:solidFill>
                <a:srgbClr val="FD6220"/>
              </a:solidFill>
              <a:prstDash val="solid"/>
              <a:miter lim="8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 name="Google Shape;108;p14"/>
            <p:cNvSpPr txBox="1"/>
            <p:nvPr/>
          </p:nvSpPr>
          <p:spPr>
            <a:xfrm>
              <a:off x="76200" y="52970"/>
              <a:ext cx="660400" cy="735303"/>
            </a:xfrm>
            <a:prstGeom prst="rect">
              <a:avLst/>
            </a:prstGeom>
            <a:noFill/>
            <a:ln>
              <a:noFill/>
            </a:ln>
          </p:spPr>
          <p:txBody>
            <a:bodyPr spcFirstLastPara="1" wrap="square" lIns="50800" tIns="50800" rIns="50800" bIns="50800" anchor="ctr" anchorCtr="0">
              <a:noAutofit/>
            </a:bodyPr>
            <a:lstStyle/>
            <a:p>
              <a:pPr marL="0" marR="0" lvl="0" indent="0" algn="ctr" rtl="0">
                <a:lnSpc>
                  <a:spcPct val="140000"/>
                </a:lnSpc>
                <a:spcBef>
                  <a:spcPts val="0"/>
                </a:spcBef>
                <a:spcAft>
                  <a:spcPts val="0"/>
                </a:spcAft>
                <a:buNone/>
              </a:pPr>
              <a:r>
                <a:rPr lang="en-US" sz="1700">
                  <a:solidFill>
                    <a:srgbClr val="191919"/>
                  </a:solidFill>
                  <a:latin typeface="Arial"/>
                  <a:ea typeface="Arial"/>
                  <a:cs typeface="Arial"/>
                  <a:sym typeface="Arial"/>
                </a:rPr>
                <a:t>4</a:t>
              </a:r>
              <a:endParaRPr/>
            </a:p>
          </p:txBody>
        </p:sp>
      </p:grpSp>
      <p:grpSp>
        <p:nvGrpSpPr>
          <p:cNvPr id="109" name="Google Shape;109;p14"/>
          <p:cNvGrpSpPr/>
          <p:nvPr/>
        </p:nvGrpSpPr>
        <p:grpSpPr>
          <a:xfrm>
            <a:off x="948235" y="3107362"/>
            <a:ext cx="508158" cy="543805"/>
            <a:chOff x="0" y="0"/>
            <a:chExt cx="812800" cy="869819"/>
          </a:xfrm>
        </p:grpSpPr>
        <p:sp>
          <p:nvSpPr>
            <p:cNvPr id="110" name="Google Shape;110;p14"/>
            <p:cNvSpPr/>
            <p:nvPr/>
          </p:nvSpPr>
          <p:spPr>
            <a:xfrm>
              <a:off x="0" y="0"/>
              <a:ext cx="812800" cy="869819"/>
            </a:xfrm>
            <a:custGeom>
              <a:avLst/>
              <a:gdLst/>
              <a:ahLst/>
              <a:cxnLst/>
              <a:rect l="l" t="t" r="r" b="b"/>
              <a:pathLst>
                <a:path w="812800" h="869819" extrusionOk="0">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cmpd="sng">
              <a:solidFill>
                <a:srgbClr val="FD6220"/>
              </a:solidFill>
              <a:prstDash val="solid"/>
              <a:miter lim="8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 name="Google Shape;111;p14"/>
            <p:cNvSpPr txBox="1"/>
            <p:nvPr/>
          </p:nvSpPr>
          <p:spPr>
            <a:xfrm>
              <a:off x="76200" y="52970"/>
              <a:ext cx="660400" cy="735303"/>
            </a:xfrm>
            <a:prstGeom prst="rect">
              <a:avLst/>
            </a:prstGeom>
            <a:noFill/>
            <a:ln>
              <a:noFill/>
            </a:ln>
          </p:spPr>
          <p:txBody>
            <a:bodyPr spcFirstLastPara="1" wrap="square" lIns="50800" tIns="50800" rIns="50800" bIns="50800" anchor="ctr" anchorCtr="0">
              <a:noAutofit/>
            </a:bodyPr>
            <a:lstStyle/>
            <a:p>
              <a:pPr marL="0" marR="0" lvl="0" indent="0" algn="ctr" rtl="0">
                <a:lnSpc>
                  <a:spcPct val="140000"/>
                </a:lnSpc>
                <a:spcBef>
                  <a:spcPts val="0"/>
                </a:spcBef>
                <a:spcAft>
                  <a:spcPts val="0"/>
                </a:spcAft>
                <a:buNone/>
              </a:pPr>
              <a:r>
                <a:rPr lang="en-US" sz="1700">
                  <a:solidFill>
                    <a:srgbClr val="191919"/>
                  </a:solidFill>
                  <a:latin typeface="Arial"/>
                  <a:ea typeface="Arial"/>
                  <a:cs typeface="Arial"/>
                  <a:sym typeface="Arial"/>
                </a:rPr>
                <a:t>2</a:t>
              </a:r>
              <a:endParaRPr/>
            </a:p>
          </p:txBody>
        </p:sp>
      </p:grpSp>
      <p:grpSp>
        <p:nvGrpSpPr>
          <p:cNvPr id="112" name="Google Shape;112;p14"/>
          <p:cNvGrpSpPr/>
          <p:nvPr/>
        </p:nvGrpSpPr>
        <p:grpSpPr>
          <a:xfrm>
            <a:off x="948235" y="5115753"/>
            <a:ext cx="508158" cy="543805"/>
            <a:chOff x="0" y="0"/>
            <a:chExt cx="812800" cy="869819"/>
          </a:xfrm>
        </p:grpSpPr>
        <p:sp>
          <p:nvSpPr>
            <p:cNvPr id="113" name="Google Shape;113;p14"/>
            <p:cNvSpPr/>
            <p:nvPr/>
          </p:nvSpPr>
          <p:spPr>
            <a:xfrm>
              <a:off x="0" y="0"/>
              <a:ext cx="812800" cy="869819"/>
            </a:xfrm>
            <a:custGeom>
              <a:avLst/>
              <a:gdLst/>
              <a:ahLst/>
              <a:cxnLst/>
              <a:rect l="l" t="t" r="r" b="b"/>
              <a:pathLst>
                <a:path w="812800" h="869819" extrusionOk="0">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cmpd="sng">
              <a:solidFill>
                <a:srgbClr val="FD6220"/>
              </a:solidFill>
              <a:prstDash val="solid"/>
              <a:miter lim="8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 name="Google Shape;114;p14"/>
            <p:cNvSpPr txBox="1"/>
            <p:nvPr/>
          </p:nvSpPr>
          <p:spPr>
            <a:xfrm>
              <a:off x="76200" y="52970"/>
              <a:ext cx="660400" cy="735303"/>
            </a:xfrm>
            <a:prstGeom prst="rect">
              <a:avLst/>
            </a:prstGeom>
            <a:noFill/>
            <a:ln>
              <a:noFill/>
            </a:ln>
          </p:spPr>
          <p:txBody>
            <a:bodyPr spcFirstLastPara="1" wrap="square" lIns="50800" tIns="50800" rIns="50800" bIns="50800" anchor="ctr" anchorCtr="0">
              <a:noAutofit/>
            </a:bodyPr>
            <a:lstStyle/>
            <a:p>
              <a:pPr marL="0" marR="0" lvl="0" indent="0" algn="ctr" rtl="0">
                <a:lnSpc>
                  <a:spcPct val="140000"/>
                </a:lnSpc>
                <a:spcBef>
                  <a:spcPts val="0"/>
                </a:spcBef>
                <a:spcAft>
                  <a:spcPts val="0"/>
                </a:spcAft>
                <a:buNone/>
              </a:pPr>
              <a:r>
                <a:rPr lang="en-US" sz="1700">
                  <a:solidFill>
                    <a:srgbClr val="191919"/>
                  </a:solidFill>
                  <a:latin typeface="Arial"/>
                  <a:ea typeface="Arial"/>
                  <a:cs typeface="Arial"/>
                  <a:sym typeface="Arial"/>
                </a:rPr>
                <a:t>5</a:t>
              </a:r>
              <a:endParaRPr/>
            </a:p>
          </p:txBody>
        </p:sp>
      </p:grpSp>
      <p:grpSp>
        <p:nvGrpSpPr>
          <p:cNvPr id="115" name="Google Shape;115;p14"/>
          <p:cNvGrpSpPr/>
          <p:nvPr/>
        </p:nvGrpSpPr>
        <p:grpSpPr>
          <a:xfrm>
            <a:off x="948235" y="3776486"/>
            <a:ext cx="508158" cy="543805"/>
            <a:chOff x="0" y="0"/>
            <a:chExt cx="812800" cy="869819"/>
          </a:xfrm>
        </p:grpSpPr>
        <p:sp>
          <p:nvSpPr>
            <p:cNvPr id="116" name="Google Shape;116;p14"/>
            <p:cNvSpPr/>
            <p:nvPr/>
          </p:nvSpPr>
          <p:spPr>
            <a:xfrm>
              <a:off x="0" y="0"/>
              <a:ext cx="812800" cy="869819"/>
            </a:xfrm>
            <a:custGeom>
              <a:avLst/>
              <a:gdLst/>
              <a:ahLst/>
              <a:cxnLst/>
              <a:rect l="l" t="t" r="r" b="b"/>
              <a:pathLst>
                <a:path w="812800" h="869819" extrusionOk="0">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cmpd="sng">
              <a:solidFill>
                <a:srgbClr val="FD6220"/>
              </a:solidFill>
              <a:prstDash val="solid"/>
              <a:miter lim="8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 name="Google Shape;117;p14"/>
            <p:cNvSpPr txBox="1"/>
            <p:nvPr/>
          </p:nvSpPr>
          <p:spPr>
            <a:xfrm>
              <a:off x="76200" y="52970"/>
              <a:ext cx="660400" cy="735303"/>
            </a:xfrm>
            <a:prstGeom prst="rect">
              <a:avLst/>
            </a:prstGeom>
            <a:noFill/>
            <a:ln>
              <a:noFill/>
            </a:ln>
          </p:spPr>
          <p:txBody>
            <a:bodyPr spcFirstLastPara="1" wrap="square" lIns="50800" tIns="50800" rIns="50800" bIns="50800" anchor="ctr" anchorCtr="0">
              <a:noAutofit/>
            </a:bodyPr>
            <a:lstStyle/>
            <a:p>
              <a:pPr marL="0" marR="0" lvl="0" indent="0" algn="ctr" rtl="0">
                <a:lnSpc>
                  <a:spcPct val="140000"/>
                </a:lnSpc>
                <a:spcBef>
                  <a:spcPts val="0"/>
                </a:spcBef>
                <a:spcAft>
                  <a:spcPts val="0"/>
                </a:spcAft>
                <a:buNone/>
              </a:pPr>
              <a:r>
                <a:rPr lang="en-US" sz="1700">
                  <a:solidFill>
                    <a:srgbClr val="191919"/>
                  </a:solidFill>
                  <a:latin typeface="Arial"/>
                  <a:ea typeface="Arial"/>
                  <a:cs typeface="Arial"/>
                  <a:sym typeface="Arial"/>
                </a:rPr>
                <a:t>3</a:t>
              </a:r>
              <a:endParaRPr/>
            </a:p>
          </p:txBody>
        </p:sp>
      </p:grpSp>
      <p:grpSp>
        <p:nvGrpSpPr>
          <p:cNvPr id="118" name="Google Shape;118;p14"/>
          <p:cNvGrpSpPr/>
          <p:nvPr/>
        </p:nvGrpSpPr>
        <p:grpSpPr>
          <a:xfrm>
            <a:off x="948235" y="6455730"/>
            <a:ext cx="508158" cy="543805"/>
            <a:chOff x="0" y="0"/>
            <a:chExt cx="812800" cy="869819"/>
          </a:xfrm>
        </p:grpSpPr>
        <p:sp>
          <p:nvSpPr>
            <p:cNvPr id="119" name="Google Shape;119;p14"/>
            <p:cNvSpPr/>
            <p:nvPr/>
          </p:nvSpPr>
          <p:spPr>
            <a:xfrm>
              <a:off x="0" y="0"/>
              <a:ext cx="812800" cy="869819"/>
            </a:xfrm>
            <a:custGeom>
              <a:avLst/>
              <a:gdLst/>
              <a:ahLst/>
              <a:cxnLst/>
              <a:rect l="l" t="t" r="r" b="b"/>
              <a:pathLst>
                <a:path w="812800" h="869819" extrusionOk="0">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cmpd="sng">
              <a:solidFill>
                <a:srgbClr val="FD6220"/>
              </a:solidFill>
              <a:prstDash val="solid"/>
              <a:miter lim="8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 name="Google Shape;120;p14"/>
            <p:cNvSpPr txBox="1"/>
            <p:nvPr/>
          </p:nvSpPr>
          <p:spPr>
            <a:xfrm>
              <a:off x="76200" y="52970"/>
              <a:ext cx="660400" cy="735303"/>
            </a:xfrm>
            <a:prstGeom prst="rect">
              <a:avLst/>
            </a:prstGeom>
            <a:noFill/>
            <a:ln>
              <a:noFill/>
            </a:ln>
          </p:spPr>
          <p:txBody>
            <a:bodyPr spcFirstLastPara="1" wrap="square" lIns="50800" tIns="50800" rIns="50800" bIns="50800" anchor="ctr" anchorCtr="0">
              <a:noAutofit/>
            </a:bodyPr>
            <a:lstStyle/>
            <a:p>
              <a:pPr marL="0" marR="0" lvl="0" indent="0" algn="ctr" rtl="0">
                <a:lnSpc>
                  <a:spcPct val="140000"/>
                </a:lnSpc>
                <a:spcBef>
                  <a:spcPts val="0"/>
                </a:spcBef>
                <a:spcAft>
                  <a:spcPts val="0"/>
                </a:spcAft>
                <a:buNone/>
              </a:pPr>
              <a:r>
                <a:rPr lang="en-US" sz="1700">
                  <a:solidFill>
                    <a:srgbClr val="191919"/>
                  </a:solidFill>
                  <a:latin typeface="Arial"/>
                  <a:ea typeface="Arial"/>
                  <a:cs typeface="Arial"/>
                  <a:sym typeface="Arial"/>
                </a:rPr>
                <a:t>7</a:t>
              </a:r>
              <a:endParaRPr/>
            </a:p>
          </p:txBody>
        </p:sp>
      </p:grpSp>
      <p:grpSp>
        <p:nvGrpSpPr>
          <p:cNvPr id="121" name="Google Shape;121;p14"/>
          <p:cNvGrpSpPr/>
          <p:nvPr/>
        </p:nvGrpSpPr>
        <p:grpSpPr>
          <a:xfrm>
            <a:off x="948235" y="5784877"/>
            <a:ext cx="508158" cy="543805"/>
            <a:chOff x="0" y="0"/>
            <a:chExt cx="812800" cy="869819"/>
          </a:xfrm>
        </p:grpSpPr>
        <p:sp>
          <p:nvSpPr>
            <p:cNvPr id="122" name="Google Shape;122;p14"/>
            <p:cNvSpPr/>
            <p:nvPr/>
          </p:nvSpPr>
          <p:spPr>
            <a:xfrm>
              <a:off x="0" y="0"/>
              <a:ext cx="812800" cy="869819"/>
            </a:xfrm>
            <a:custGeom>
              <a:avLst/>
              <a:gdLst/>
              <a:ahLst/>
              <a:cxnLst/>
              <a:rect l="l" t="t" r="r" b="b"/>
              <a:pathLst>
                <a:path w="812800" h="869819" extrusionOk="0">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cmpd="sng">
              <a:solidFill>
                <a:srgbClr val="FD6220"/>
              </a:solidFill>
              <a:prstDash val="solid"/>
              <a:miter lim="8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 name="Google Shape;123;p14"/>
            <p:cNvSpPr txBox="1"/>
            <p:nvPr/>
          </p:nvSpPr>
          <p:spPr>
            <a:xfrm>
              <a:off x="76200" y="52970"/>
              <a:ext cx="660400" cy="735303"/>
            </a:xfrm>
            <a:prstGeom prst="rect">
              <a:avLst/>
            </a:prstGeom>
            <a:noFill/>
            <a:ln>
              <a:noFill/>
            </a:ln>
          </p:spPr>
          <p:txBody>
            <a:bodyPr spcFirstLastPara="1" wrap="square" lIns="50800" tIns="50800" rIns="50800" bIns="50800" anchor="ctr" anchorCtr="0">
              <a:noAutofit/>
            </a:bodyPr>
            <a:lstStyle/>
            <a:p>
              <a:pPr marL="0" marR="0" lvl="0" indent="0" algn="ctr" rtl="0">
                <a:lnSpc>
                  <a:spcPct val="140000"/>
                </a:lnSpc>
                <a:spcBef>
                  <a:spcPts val="0"/>
                </a:spcBef>
                <a:spcAft>
                  <a:spcPts val="0"/>
                </a:spcAft>
                <a:buNone/>
              </a:pPr>
              <a:r>
                <a:rPr lang="en-US" sz="1700">
                  <a:solidFill>
                    <a:srgbClr val="191919"/>
                  </a:solidFill>
                  <a:latin typeface="Arial"/>
                  <a:ea typeface="Arial"/>
                  <a:cs typeface="Arial"/>
                  <a:sym typeface="Arial"/>
                </a:rPr>
                <a:t>6</a:t>
              </a:r>
              <a:endParaRPr/>
            </a:p>
          </p:txBody>
        </p:sp>
      </p:grpSp>
      <p:grpSp>
        <p:nvGrpSpPr>
          <p:cNvPr id="124" name="Google Shape;124;p14"/>
          <p:cNvGrpSpPr/>
          <p:nvPr/>
        </p:nvGrpSpPr>
        <p:grpSpPr>
          <a:xfrm>
            <a:off x="948235" y="7123361"/>
            <a:ext cx="508158" cy="543805"/>
            <a:chOff x="0" y="0"/>
            <a:chExt cx="812800" cy="869819"/>
          </a:xfrm>
        </p:grpSpPr>
        <p:sp>
          <p:nvSpPr>
            <p:cNvPr id="125" name="Google Shape;125;p14"/>
            <p:cNvSpPr/>
            <p:nvPr/>
          </p:nvSpPr>
          <p:spPr>
            <a:xfrm>
              <a:off x="0" y="0"/>
              <a:ext cx="812800" cy="869819"/>
            </a:xfrm>
            <a:custGeom>
              <a:avLst/>
              <a:gdLst/>
              <a:ahLst/>
              <a:cxnLst/>
              <a:rect l="l" t="t" r="r" b="b"/>
              <a:pathLst>
                <a:path w="812800" h="869819" extrusionOk="0">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cmpd="sng">
              <a:solidFill>
                <a:srgbClr val="FD6220"/>
              </a:solidFill>
              <a:prstDash val="solid"/>
              <a:miter lim="8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 name="Google Shape;126;p14"/>
            <p:cNvSpPr txBox="1"/>
            <p:nvPr/>
          </p:nvSpPr>
          <p:spPr>
            <a:xfrm>
              <a:off x="76200" y="52970"/>
              <a:ext cx="660400" cy="735303"/>
            </a:xfrm>
            <a:prstGeom prst="rect">
              <a:avLst/>
            </a:prstGeom>
            <a:noFill/>
            <a:ln>
              <a:noFill/>
            </a:ln>
          </p:spPr>
          <p:txBody>
            <a:bodyPr spcFirstLastPara="1" wrap="square" lIns="50800" tIns="50800" rIns="50800" bIns="50800" anchor="ctr" anchorCtr="0">
              <a:noAutofit/>
            </a:bodyPr>
            <a:lstStyle/>
            <a:p>
              <a:pPr marL="0" marR="0" lvl="0" indent="0" algn="ctr" rtl="0">
                <a:lnSpc>
                  <a:spcPct val="140000"/>
                </a:lnSpc>
                <a:spcBef>
                  <a:spcPts val="0"/>
                </a:spcBef>
                <a:spcAft>
                  <a:spcPts val="0"/>
                </a:spcAft>
                <a:buNone/>
              </a:pPr>
              <a:r>
                <a:rPr lang="en-US" sz="1700">
                  <a:solidFill>
                    <a:srgbClr val="191919"/>
                  </a:solidFill>
                  <a:latin typeface="Arial"/>
                  <a:ea typeface="Arial"/>
                  <a:cs typeface="Arial"/>
                  <a:sym typeface="Arial"/>
                </a:rPr>
                <a:t>8</a:t>
              </a:r>
              <a:endParaRPr/>
            </a:p>
          </p:txBody>
        </p:sp>
      </p:grpSp>
      <p:grpSp>
        <p:nvGrpSpPr>
          <p:cNvPr id="127" name="Google Shape;127;p14"/>
          <p:cNvGrpSpPr/>
          <p:nvPr/>
        </p:nvGrpSpPr>
        <p:grpSpPr>
          <a:xfrm>
            <a:off x="948235" y="7790991"/>
            <a:ext cx="508158" cy="543805"/>
            <a:chOff x="0" y="0"/>
            <a:chExt cx="812800" cy="869819"/>
          </a:xfrm>
        </p:grpSpPr>
        <p:sp>
          <p:nvSpPr>
            <p:cNvPr id="128" name="Google Shape;128;p14"/>
            <p:cNvSpPr/>
            <p:nvPr/>
          </p:nvSpPr>
          <p:spPr>
            <a:xfrm>
              <a:off x="0" y="0"/>
              <a:ext cx="812800" cy="869819"/>
            </a:xfrm>
            <a:custGeom>
              <a:avLst/>
              <a:gdLst/>
              <a:ahLst/>
              <a:cxnLst/>
              <a:rect l="l" t="t" r="r" b="b"/>
              <a:pathLst>
                <a:path w="812800" h="869819" extrusionOk="0">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cmpd="sng">
              <a:solidFill>
                <a:srgbClr val="FD6220"/>
              </a:solidFill>
              <a:prstDash val="solid"/>
              <a:miter lim="8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 name="Google Shape;129;p14"/>
            <p:cNvSpPr txBox="1"/>
            <p:nvPr/>
          </p:nvSpPr>
          <p:spPr>
            <a:xfrm>
              <a:off x="76200" y="52970"/>
              <a:ext cx="660400" cy="735303"/>
            </a:xfrm>
            <a:prstGeom prst="rect">
              <a:avLst/>
            </a:prstGeom>
            <a:noFill/>
            <a:ln>
              <a:noFill/>
            </a:ln>
          </p:spPr>
          <p:txBody>
            <a:bodyPr spcFirstLastPara="1" wrap="square" lIns="50800" tIns="50800" rIns="50800" bIns="50800" anchor="ctr" anchorCtr="0">
              <a:noAutofit/>
            </a:bodyPr>
            <a:lstStyle/>
            <a:p>
              <a:pPr marL="0" marR="0" lvl="0" indent="0" algn="ctr" rtl="0">
                <a:lnSpc>
                  <a:spcPct val="140000"/>
                </a:lnSpc>
                <a:spcBef>
                  <a:spcPts val="0"/>
                </a:spcBef>
                <a:spcAft>
                  <a:spcPts val="0"/>
                </a:spcAft>
                <a:buNone/>
              </a:pPr>
              <a:r>
                <a:rPr lang="en-US" sz="1700">
                  <a:solidFill>
                    <a:srgbClr val="191919"/>
                  </a:solidFill>
                  <a:latin typeface="Arial"/>
                  <a:ea typeface="Arial"/>
                  <a:cs typeface="Arial"/>
                  <a:sym typeface="Arial"/>
                </a:rPr>
                <a:t>9</a:t>
              </a:r>
              <a:endParaRPr/>
            </a:p>
          </p:txBody>
        </p:sp>
      </p:grpSp>
      <p:sp>
        <p:nvSpPr>
          <p:cNvPr id="130" name="Google Shape;130;p14"/>
          <p:cNvSpPr txBox="1"/>
          <p:nvPr/>
        </p:nvSpPr>
        <p:spPr>
          <a:xfrm>
            <a:off x="152400" y="342900"/>
            <a:ext cx="18135600" cy="830997"/>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4800" b="1">
                <a:solidFill>
                  <a:srgbClr val="0033CC"/>
                </a:solidFill>
                <a:latin typeface="Times New Roman"/>
                <a:ea typeface="Times New Roman"/>
                <a:cs typeface="Times New Roman"/>
                <a:sym typeface="Times New Roman"/>
              </a:rPr>
              <a:t>INTRODUCTION</a:t>
            </a:r>
            <a:endParaRPr sz="4800" b="1">
              <a:solidFill>
                <a:srgbClr val="0033CC"/>
              </a:solidFill>
              <a:latin typeface="Times New Roman"/>
              <a:ea typeface="Times New Roman"/>
              <a:cs typeface="Times New Roman"/>
              <a:sym typeface="Times New Roman"/>
            </a:endParaRPr>
          </a:p>
        </p:txBody>
      </p:sp>
      <p:sp>
        <p:nvSpPr>
          <p:cNvPr id="131" name="Google Shape;131;p14"/>
          <p:cNvSpPr txBox="1"/>
          <p:nvPr/>
        </p:nvSpPr>
        <p:spPr>
          <a:xfrm>
            <a:off x="2209800" y="1638300"/>
            <a:ext cx="15082325" cy="11726287"/>
          </a:xfrm>
          <a:prstGeom prst="rect">
            <a:avLst/>
          </a:prstGeom>
          <a:noFill/>
          <a:ln>
            <a:noFill/>
          </a:ln>
        </p:spPr>
        <p:txBody>
          <a:bodyPr spcFirstLastPara="1" wrap="square" lIns="91425" tIns="45700" rIns="91425" bIns="45700" anchor="t" anchorCtr="0">
            <a:spAutoFit/>
          </a:bodyPr>
          <a:lstStyle/>
          <a:p>
            <a:pPr marL="457200" marR="0" lvl="0" indent="-279400" algn="l" rtl="0">
              <a:spcBef>
                <a:spcPts val="0"/>
              </a:spcBef>
              <a:spcAft>
                <a:spcPts val="0"/>
              </a:spcAft>
              <a:buClr>
                <a:schemeClr val="dk1"/>
              </a:buClr>
              <a:buSzPts val="2800"/>
              <a:buFont typeface="Calibri"/>
              <a:buNone/>
            </a:pPr>
            <a:endParaRPr sz="2800">
              <a:solidFill>
                <a:schemeClr val="dk1"/>
              </a:solidFill>
              <a:latin typeface="Calibri"/>
              <a:ea typeface="Calibri"/>
              <a:cs typeface="Calibri"/>
              <a:sym typeface="Calibri"/>
            </a:endParaRPr>
          </a:p>
          <a:p>
            <a:pPr marL="457200" marR="0" lvl="0" indent="-457200" algn="l" rtl="0">
              <a:spcBef>
                <a:spcPts val="0"/>
              </a:spcBef>
              <a:spcAft>
                <a:spcPts val="0"/>
              </a:spcAft>
              <a:buClr>
                <a:schemeClr val="dk1"/>
              </a:buClr>
              <a:buSzPts val="2800"/>
              <a:buFont typeface="Calibri"/>
              <a:buChar char="-"/>
            </a:pPr>
            <a:r>
              <a:rPr lang="en-US" sz="2800" b="1">
                <a:solidFill>
                  <a:schemeClr val="dk1"/>
                </a:solidFill>
                <a:latin typeface="Calibri"/>
                <a:ea typeface="Calibri"/>
                <a:cs typeface="Calibri"/>
                <a:sym typeface="Calibri"/>
              </a:rPr>
              <a:t>Background:</a:t>
            </a:r>
            <a:endParaRPr/>
          </a:p>
          <a:p>
            <a:pPr marL="0" marR="0" lvl="0" indent="0" algn="l" rtl="0">
              <a:spcBef>
                <a:spcPts val="0"/>
              </a:spcBef>
              <a:spcAft>
                <a:spcPts val="0"/>
              </a:spcAft>
              <a:buNone/>
            </a:pPr>
            <a:r>
              <a:rPr lang="en-US" sz="2800">
                <a:solidFill>
                  <a:schemeClr val="dk1"/>
                </a:solidFill>
                <a:latin typeface="Calibri"/>
                <a:ea typeface="Calibri"/>
                <a:cs typeface="Calibri"/>
                <a:sym typeface="Calibri"/>
              </a:rPr>
              <a:t>	Modern education has shifted heavily toward digital resources, leaving students overwhelmed 	with numerous PDFs, PPTs, and web links across various subjects</a:t>
            </a:r>
            <a:endParaRPr/>
          </a:p>
          <a:p>
            <a:pPr marL="457200" marR="0" lvl="0" indent="-457200" algn="l" rtl="0">
              <a:spcBef>
                <a:spcPts val="0"/>
              </a:spcBef>
              <a:spcAft>
                <a:spcPts val="0"/>
              </a:spcAft>
              <a:buClr>
                <a:schemeClr val="dk1"/>
              </a:buClr>
              <a:buSzPts val="2800"/>
              <a:buFont typeface="Calibri"/>
              <a:buChar char="-"/>
            </a:pPr>
            <a:r>
              <a:rPr lang="en-US" sz="2800" b="1">
                <a:solidFill>
                  <a:schemeClr val="dk1"/>
                </a:solidFill>
                <a:latin typeface="Calibri"/>
                <a:ea typeface="Calibri"/>
                <a:cs typeface="Calibri"/>
                <a:sym typeface="Calibri"/>
              </a:rPr>
              <a:t>Problem Context:</a:t>
            </a:r>
            <a:endParaRPr/>
          </a:p>
          <a:p>
            <a:pPr marL="0" marR="0" lvl="0" indent="0" algn="l" rtl="0">
              <a:spcBef>
                <a:spcPts val="0"/>
              </a:spcBef>
              <a:spcAft>
                <a:spcPts val="0"/>
              </a:spcAft>
              <a:buNone/>
            </a:pPr>
            <a:r>
              <a:rPr lang="en-US" sz="2800" b="1">
                <a:solidFill>
                  <a:schemeClr val="dk1"/>
                </a:solidFill>
                <a:latin typeface="Calibri"/>
                <a:ea typeface="Calibri"/>
                <a:cs typeface="Calibri"/>
                <a:sym typeface="Calibri"/>
              </a:rPr>
              <a:t>	</a:t>
            </a:r>
            <a:r>
              <a:rPr lang="en-US" sz="2800">
                <a:solidFill>
                  <a:schemeClr val="dk1"/>
                </a:solidFill>
                <a:latin typeface="Calibri"/>
                <a:ea typeface="Calibri"/>
                <a:cs typeface="Calibri"/>
                <a:sym typeface="Calibri"/>
              </a:rPr>
              <a:t>Manually managing these files and tracking study tasks across different platforms often leads to 	academic disorganization and missed deadlines</a:t>
            </a:r>
            <a:endParaRPr/>
          </a:p>
          <a:p>
            <a:pPr marL="457200" marR="0" lvl="0" indent="-457200" algn="l" rtl="0">
              <a:spcBef>
                <a:spcPts val="0"/>
              </a:spcBef>
              <a:spcAft>
                <a:spcPts val="0"/>
              </a:spcAft>
              <a:buClr>
                <a:schemeClr val="dk1"/>
              </a:buClr>
              <a:buSzPts val="2800"/>
              <a:buFont typeface="Calibri"/>
              <a:buChar char="-"/>
            </a:pPr>
            <a:r>
              <a:rPr lang="en-US" sz="2800" b="1">
                <a:solidFill>
                  <a:schemeClr val="dk1"/>
                </a:solidFill>
                <a:latin typeface="Calibri"/>
                <a:ea typeface="Calibri"/>
                <a:cs typeface="Calibri"/>
                <a:sym typeface="Calibri"/>
              </a:rPr>
              <a:t>Importance:</a:t>
            </a:r>
            <a:endParaRPr/>
          </a:p>
          <a:p>
            <a:pPr marL="0" marR="0" lvl="0" indent="0" algn="l" rtl="0">
              <a:spcBef>
                <a:spcPts val="0"/>
              </a:spcBef>
              <a:spcAft>
                <a:spcPts val="0"/>
              </a:spcAft>
              <a:buNone/>
            </a:pPr>
            <a:r>
              <a:rPr lang="en-US" sz="2800" b="1">
                <a:solidFill>
                  <a:schemeClr val="dk1"/>
                </a:solidFill>
                <a:latin typeface="Calibri"/>
                <a:ea typeface="Calibri"/>
                <a:cs typeface="Calibri"/>
                <a:sym typeface="Calibri"/>
              </a:rPr>
              <a:t>	</a:t>
            </a:r>
            <a:r>
              <a:rPr lang="en-US" sz="2800">
                <a:solidFill>
                  <a:schemeClr val="dk1"/>
                </a:solidFill>
                <a:latin typeface="Calibri"/>
                <a:ea typeface="Calibri"/>
                <a:cs typeface="Calibri"/>
                <a:sym typeface="Calibri"/>
              </a:rPr>
              <a:t>This project is crucial for creating a structured learning environment that integrates resource 	management with active study tools.</a:t>
            </a:r>
            <a:endParaRPr/>
          </a:p>
          <a:p>
            <a:pPr marL="457200" marR="0" lvl="0" indent="-457200" algn="l" rtl="0">
              <a:spcBef>
                <a:spcPts val="0"/>
              </a:spcBef>
              <a:spcAft>
                <a:spcPts val="0"/>
              </a:spcAft>
              <a:buClr>
                <a:schemeClr val="dk1"/>
              </a:buClr>
              <a:buSzPts val="2800"/>
              <a:buFont typeface="Calibri"/>
              <a:buChar char="-"/>
            </a:pPr>
            <a:r>
              <a:rPr lang="en-US" sz="2800" b="1">
                <a:solidFill>
                  <a:schemeClr val="dk1"/>
                </a:solidFill>
                <a:latin typeface="Calibri"/>
                <a:ea typeface="Calibri"/>
                <a:cs typeface="Calibri"/>
                <a:sym typeface="Calibri"/>
              </a:rPr>
              <a:t>Real-world Relevance:</a:t>
            </a:r>
            <a:endParaRPr/>
          </a:p>
          <a:p>
            <a:pPr marL="0" marR="0" lvl="0" indent="0" algn="l" rtl="0">
              <a:spcBef>
                <a:spcPts val="0"/>
              </a:spcBef>
              <a:spcAft>
                <a:spcPts val="0"/>
              </a:spcAft>
              <a:buNone/>
            </a:pPr>
            <a:r>
              <a:rPr lang="en-US" sz="2800" b="1">
                <a:solidFill>
                  <a:schemeClr val="dk1"/>
                </a:solidFill>
                <a:latin typeface="Calibri"/>
                <a:ea typeface="Calibri"/>
                <a:cs typeface="Calibri"/>
                <a:sym typeface="Calibri"/>
              </a:rPr>
              <a:t>	</a:t>
            </a:r>
            <a:r>
              <a:rPr lang="en-US" sz="2800">
                <a:solidFill>
                  <a:schemeClr val="dk1"/>
                </a:solidFill>
                <a:latin typeface="Calibri"/>
                <a:ea typeface="Calibri"/>
                <a:cs typeface="Calibri"/>
                <a:sym typeface="Calibri"/>
              </a:rPr>
              <a:t> As digital learning becomes the standard, students need specialized tools—rather than general 	storage—to streamline their exam preparation and daily productivity</a:t>
            </a:r>
            <a:endParaRPr/>
          </a:p>
          <a:p>
            <a:pPr marL="457200" marR="0" lvl="0" indent="-457200" algn="l" rtl="0">
              <a:spcBef>
                <a:spcPts val="0"/>
              </a:spcBef>
              <a:spcAft>
                <a:spcPts val="0"/>
              </a:spcAft>
              <a:buClr>
                <a:schemeClr val="dk1"/>
              </a:buClr>
              <a:buSzPts val="2800"/>
              <a:buFont typeface="Calibri"/>
              <a:buChar char="-"/>
            </a:pPr>
            <a:r>
              <a:rPr lang="en-US" sz="2800" b="1">
                <a:solidFill>
                  <a:schemeClr val="dk1"/>
                </a:solidFill>
                <a:latin typeface="Calibri"/>
                <a:ea typeface="Calibri"/>
                <a:cs typeface="Calibri"/>
                <a:sym typeface="Calibri"/>
              </a:rPr>
              <a:t>System Overview:</a:t>
            </a:r>
            <a:endParaRPr/>
          </a:p>
          <a:p>
            <a:pPr marL="0" marR="0" lvl="0" indent="0" algn="l" rtl="0">
              <a:spcBef>
                <a:spcPts val="0"/>
              </a:spcBef>
              <a:spcAft>
                <a:spcPts val="0"/>
              </a:spcAft>
              <a:buNone/>
            </a:pPr>
            <a:r>
              <a:rPr lang="en-US" sz="2800">
                <a:solidFill>
                  <a:schemeClr val="dk1"/>
                </a:solidFill>
                <a:latin typeface="Calibri"/>
                <a:ea typeface="Calibri"/>
                <a:cs typeface="Calibri"/>
                <a:sym typeface="Calibri"/>
              </a:rPr>
              <a:t> 	The smart student study planner is a full-stack Java application that centralizes document 	storage, subject organization, and interactive revision boards in one secure platform</a:t>
            </a:r>
            <a:endParaRPr/>
          </a:p>
          <a:p>
            <a:pPr marL="457200" marR="0" lvl="0" indent="-279400" algn="l" rtl="0">
              <a:spcBef>
                <a:spcPts val="0"/>
              </a:spcBef>
              <a:spcAft>
                <a:spcPts val="0"/>
              </a:spcAft>
              <a:buClr>
                <a:schemeClr val="dk1"/>
              </a:buClr>
              <a:buSzPts val="2800"/>
              <a:buFont typeface="Calibri"/>
              <a:buNone/>
            </a:pPr>
            <a:endParaRPr sz="2800">
              <a:solidFill>
                <a:schemeClr val="dk1"/>
              </a:solidFill>
              <a:latin typeface="Calibri"/>
              <a:ea typeface="Calibri"/>
              <a:cs typeface="Calibri"/>
              <a:sym typeface="Calibri"/>
            </a:endParaRPr>
          </a:p>
          <a:p>
            <a:pPr marL="457200" marR="0" lvl="0" indent="-279400" algn="l" rtl="0">
              <a:spcBef>
                <a:spcPts val="0"/>
              </a:spcBef>
              <a:spcAft>
                <a:spcPts val="0"/>
              </a:spcAft>
              <a:buClr>
                <a:schemeClr val="dk1"/>
              </a:buClr>
              <a:buSzPts val="2800"/>
              <a:buFont typeface="Calibri"/>
              <a:buNone/>
            </a:pPr>
            <a:endParaRPr sz="2800">
              <a:solidFill>
                <a:schemeClr val="dk1"/>
              </a:solidFill>
              <a:latin typeface="Calibri"/>
              <a:ea typeface="Calibri"/>
              <a:cs typeface="Calibri"/>
              <a:sym typeface="Calibri"/>
            </a:endParaRPr>
          </a:p>
          <a:p>
            <a:pPr marL="457200" marR="0" lvl="0" indent="-279400" algn="l" rtl="0">
              <a:spcBef>
                <a:spcPts val="0"/>
              </a:spcBef>
              <a:spcAft>
                <a:spcPts val="0"/>
              </a:spcAft>
              <a:buClr>
                <a:schemeClr val="dk1"/>
              </a:buClr>
              <a:buSzPts val="2800"/>
              <a:buFont typeface="Calibri"/>
              <a:buNone/>
            </a:pPr>
            <a:endParaRPr sz="2800">
              <a:solidFill>
                <a:schemeClr val="dk1"/>
              </a:solidFill>
              <a:latin typeface="Calibri"/>
              <a:ea typeface="Calibri"/>
              <a:cs typeface="Calibri"/>
              <a:sym typeface="Calibri"/>
            </a:endParaRPr>
          </a:p>
          <a:p>
            <a:pPr marL="457200" marR="0" lvl="0" indent="-279400" algn="l" rtl="0">
              <a:spcBef>
                <a:spcPts val="0"/>
              </a:spcBef>
              <a:spcAft>
                <a:spcPts val="0"/>
              </a:spcAft>
              <a:buClr>
                <a:schemeClr val="dk1"/>
              </a:buClr>
              <a:buSzPts val="2800"/>
              <a:buFont typeface="Calibri"/>
              <a:buNone/>
            </a:pPr>
            <a:endParaRPr sz="2800">
              <a:solidFill>
                <a:schemeClr val="dk1"/>
              </a:solidFill>
              <a:latin typeface="Calibri"/>
              <a:ea typeface="Calibri"/>
              <a:cs typeface="Calibri"/>
              <a:sym typeface="Calibri"/>
            </a:endParaRPr>
          </a:p>
          <a:p>
            <a:pPr marL="457200" marR="0" lvl="0" indent="-279400" algn="l" rtl="0">
              <a:spcBef>
                <a:spcPts val="0"/>
              </a:spcBef>
              <a:spcAft>
                <a:spcPts val="0"/>
              </a:spcAft>
              <a:buClr>
                <a:schemeClr val="dk1"/>
              </a:buClr>
              <a:buSzPts val="2800"/>
              <a:buFont typeface="Calibri"/>
              <a:buNone/>
            </a:pPr>
            <a:endParaRPr sz="2800">
              <a:solidFill>
                <a:schemeClr val="dk1"/>
              </a:solidFill>
              <a:latin typeface="Calibri"/>
              <a:ea typeface="Calibri"/>
              <a:cs typeface="Calibri"/>
              <a:sym typeface="Calibri"/>
            </a:endParaRPr>
          </a:p>
          <a:p>
            <a:pPr marL="457200" marR="0" lvl="0" indent="-279400" algn="l" rtl="0">
              <a:spcBef>
                <a:spcPts val="0"/>
              </a:spcBef>
              <a:spcAft>
                <a:spcPts val="0"/>
              </a:spcAft>
              <a:buClr>
                <a:schemeClr val="dk1"/>
              </a:buClr>
              <a:buSzPts val="2800"/>
              <a:buFont typeface="Calibri"/>
              <a:buNone/>
            </a:pPr>
            <a:endParaRPr sz="2800">
              <a:solidFill>
                <a:schemeClr val="dk1"/>
              </a:solidFill>
              <a:latin typeface="Calibri"/>
              <a:ea typeface="Calibri"/>
              <a:cs typeface="Calibri"/>
              <a:sym typeface="Calibri"/>
            </a:endParaRPr>
          </a:p>
          <a:p>
            <a:pPr marL="457200" marR="0" lvl="0" indent="-279400" algn="l" rtl="0">
              <a:spcBef>
                <a:spcPts val="0"/>
              </a:spcBef>
              <a:spcAft>
                <a:spcPts val="0"/>
              </a:spcAft>
              <a:buClr>
                <a:schemeClr val="dk1"/>
              </a:buClr>
              <a:buSzPts val="2800"/>
              <a:buFont typeface="Calibri"/>
              <a:buNone/>
            </a:pPr>
            <a:endParaRPr sz="2800">
              <a:solidFill>
                <a:schemeClr val="dk1"/>
              </a:solidFill>
              <a:latin typeface="Calibri"/>
              <a:ea typeface="Calibri"/>
              <a:cs typeface="Calibri"/>
              <a:sym typeface="Calibri"/>
            </a:endParaRPr>
          </a:p>
          <a:p>
            <a:pPr marL="457200" marR="0" lvl="0" indent="-279400" algn="l" rtl="0">
              <a:spcBef>
                <a:spcPts val="0"/>
              </a:spcBef>
              <a:spcAft>
                <a:spcPts val="0"/>
              </a:spcAft>
              <a:buClr>
                <a:schemeClr val="dk1"/>
              </a:buClr>
              <a:buSzPts val="2800"/>
              <a:buFont typeface="Calibri"/>
              <a:buNone/>
            </a:pPr>
            <a:endParaRPr sz="2800">
              <a:solidFill>
                <a:schemeClr val="dk1"/>
              </a:solidFill>
              <a:latin typeface="Calibri"/>
              <a:ea typeface="Calibri"/>
              <a:cs typeface="Calibri"/>
              <a:sym typeface="Calibri"/>
            </a:endParaRPr>
          </a:p>
          <a:p>
            <a:pPr marL="457200" marR="0" lvl="0" indent="-279400" algn="l" rtl="0">
              <a:spcBef>
                <a:spcPts val="0"/>
              </a:spcBef>
              <a:spcAft>
                <a:spcPts val="0"/>
              </a:spcAft>
              <a:buClr>
                <a:schemeClr val="dk1"/>
              </a:buClr>
              <a:buSzPts val="2800"/>
              <a:buFont typeface="Calibri"/>
              <a:buNone/>
            </a:pPr>
            <a:endParaRPr sz="2800">
              <a:solidFill>
                <a:schemeClr val="dk1"/>
              </a:solidFill>
              <a:latin typeface="Calibri"/>
              <a:ea typeface="Calibri"/>
              <a:cs typeface="Calibri"/>
              <a:sym typeface="Calibri"/>
            </a:endParaRPr>
          </a:p>
          <a:p>
            <a:pPr marL="457200" marR="0" lvl="0" indent="-279400" algn="l" rtl="0">
              <a:spcBef>
                <a:spcPts val="0"/>
              </a:spcBef>
              <a:spcAft>
                <a:spcPts val="0"/>
              </a:spcAft>
              <a:buClr>
                <a:schemeClr val="dk1"/>
              </a:buClr>
              <a:buSzPts val="2800"/>
              <a:buFont typeface="Calibri"/>
              <a:buNone/>
            </a:pPr>
            <a:endParaRPr sz="2800">
              <a:solidFill>
                <a:schemeClr val="dk1"/>
              </a:solidFill>
              <a:latin typeface="Calibri"/>
              <a:ea typeface="Calibri"/>
              <a:cs typeface="Calibri"/>
              <a:sym typeface="Calibri"/>
            </a:endParaRPr>
          </a:p>
          <a:p>
            <a:pPr marL="457200" marR="0" lvl="0" indent="-279400" algn="l" rtl="0">
              <a:spcBef>
                <a:spcPts val="0"/>
              </a:spcBef>
              <a:spcAft>
                <a:spcPts val="0"/>
              </a:spcAft>
              <a:buClr>
                <a:schemeClr val="dk1"/>
              </a:buClr>
              <a:buSzPts val="2800"/>
              <a:buFont typeface="Calibri"/>
              <a:buNone/>
            </a:pPr>
            <a:endParaRPr sz="2800">
              <a:solidFill>
                <a:schemeClr val="dk1"/>
              </a:solidFill>
              <a:latin typeface="Calibri"/>
              <a:ea typeface="Calibri"/>
              <a:cs typeface="Calibri"/>
              <a:sym typeface="Calibri"/>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Shape 135"/>
        <p:cNvGrpSpPr/>
        <p:nvPr/>
      </p:nvGrpSpPr>
      <p:grpSpPr>
        <a:xfrm>
          <a:off x="0" y="0"/>
          <a:ext cx="0" cy="0"/>
          <a:chOff x="0" y="0"/>
          <a:chExt cx="0" cy="0"/>
        </a:xfrm>
      </p:grpSpPr>
      <p:sp>
        <p:nvSpPr>
          <p:cNvPr id="136" name="Google Shape;136;p15"/>
          <p:cNvSpPr/>
          <p:nvPr/>
        </p:nvSpPr>
        <p:spPr>
          <a:xfrm>
            <a:off x="16313420" y="910465"/>
            <a:ext cx="945880" cy="236470"/>
          </a:xfrm>
          <a:custGeom>
            <a:avLst/>
            <a:gdLst/>
            <a:ahLst/>
            <a:cxnLst/>
            <a:rect l="l" t="t" r="r" b="b"/>
            <a:pathLst>
              <a:path w="945880" h="236470" extrusionOk="0">
                <a:moveTo>
                  <a:pt x="0" y="0"/>
                </a:moveTo>
                <a:lnTo>
                  <a:pt x="945880" y="0"/>
                </a:lnTo>
                <a:lnTo>
                  <a:pt x="945880" y="236470"/>
                </a:lnTo>
                <a:lnTo>
                  <a:pt x="0" y="236470"/>
                </a:lnTo>
                <a:lnTo>
                  <a:pt x="0" y="0"/>
                </a:lnTo>
                <a:close/>
              </a:path>
            </a:pathLst>
          </a:custGeom>
          <a:noFill/>
          <a:ln>
            <a:noFill/>
          </a:ln>
        </p:spPr>
      </p:sp>
      <p:grpSp>
        <p:nvGrpSpPr>
          <p:cNvPr id="137" name="Google Shape;137;p15"/>
          <p:cNvGrpSpPr/>
          <p:nvPr/>
        </p:nvGrpSpPr>
        <p:grpSpPr>
          <a:xfrm>
            <a:off x="709357" y="2648112"/>
            <a:ext cx="992463" cy="992463"/>
            <a:chOff x="0" y="0"/>
            <a:chExt cx="812800" cy="812800"/>
          </a:xfrm>
        </p:grpSpPr>
        <p:sp>
          <p:nvSpPr>
            <p:cNvPr id="138" name="Google Shape;138;p15"/>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 name="Google Shape;139;p15"/>
            <p:cNvSpPr txBox="1"/>
            <p:nvPr/>
          </p:nvSpPr>
          <p:spPr>
            <a:xfrm>
              <a:off x="76200" y="19050"/>
              <a:ext cx="660400" cy="717550"/>
            </a:xfrm>
            <a:prstGeom prst="rect">
              <a:avLst/>
            </a:prstGeom>
            <a:noFill/>
            <a:ln>
              <a:noFill/>
            </a:ln>
          </p:spPr>
          <p:txBody>
            <a:bodyPr spcFirstLastPara="1" wrap="square" lIns="50800" tIns="50800" rIns="50800" bIns="50800" anchor="ctr" anchorCtr="0">
              <a:noAutofit/>
            </a:bodyPr>
            <a:lstStyle/>
            <a:p>
              <a:pPr marL="0" marR="0" lvl="0" indent="0" algn="ctr" rtl="0">
                <a:lnSpc>
                  <a:spcPct val="140014"/>
                </a:lnSpc>
                <a:spcBef>
                  <a:spcPts val="0"/>
                </a:spcBef>
                <a:spcAft>
                  <a:spcPts val="0"/>
                </a:spcAft>
                <a:buNone/>
              </a:pPr>
              <a:r>
                <a:rPr lang="en-US" sz="2699">
                  <a:solidFill>
                    <a:srgbClr val="FFFEFE"/>
                  </a:solidFill>
                  <a:latin typeface="Arial"/>
                  <a:ea typeface="Arial"/>
                  <a:cs typeface="Arial"/>
                  <a:sym typeface="Arial"/>
                </a:rPr>
                <a:t>2</a:t>
              </a:r>
              <a:endParaRPr/>
            </a:p>
          </p:txBody>
        </p:sp>
      </p:grpSp>
      <p:grpSp>
        <p:nvGrpSpPr>
          <p:cNvPr id="140" name="Google Shape;140;p15"/>
          <p:cNvGrpSpPr/>
          <p:nvPr/>
        </p:nvGrpSpPr>
        <p:grpSpPr>
          <a:xfrm>
            <a:off x="951509" y="4428296"/>
            <a:ext cx="508158" cy="543805"/>
            <a:chOff x="0" y="0"/>
            <a:chExt cx="812800" cy="869819"/>
          </a:xfrm>
        </p:grpSpPr>
        <p:sp>
          <p:nvSpPr>
            <p:cNvPr id="141" name="Google Shape;141;p15"/>
            <p:cNvSpPr/>
            <p:nvPr/>
          </p:nvSpPr>
          <p:spPr>
            <a:xfrm>
              <a:off x="0" y="0"/>
              <a:ext cx="812800" cy="869819"/>
            </a:xfrm>
            <a:custGeom>
              <a:avLst/>
              <a:gdLst/>
              <a:ahLst/>
              <a:cxnLst/>
              <a:rect l="l" t="t" r="r" b="b"/>
              <a:pathLst>
                <a:path w="812800" h="869819" extrusionOk="0">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cmpd="sng">
              <a:solidFill>
                <a:srgbClr val="FD6220"/>
              </a:solidFill>
              <a:prstDash val="solid"/>
              <a:miter lim="8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 name="Google Shape;142;p15"/>
            <p:cNvSpPr txBox="1"/>
            <p:nvPr/>
          </p:nvSpPr>
          <p:spPr>
            <a:xfrm>
              <a:off x="76200" y="52970"/>
              <a:ext cx="660400" cy="735303"/>
            </a:xfrm>
            <a:prstGeom prst="rect">
              <a:avLst/>
            </a:prstGeom>
            <a:noFill/>
            <a:ln>
              <a:noFill/>
            </a:ln>
          </p:spPr>
          <p:txBody>
            <a:bodyPr spcFirstLastPara="1" wrap="square" lIns="50800" tIns="50800" rIns="50800" bIns="50800" anchor="ctr" anchorCtr="0">
              <a:noAutofit/>
            </a:bodyPr>
            <a:lstStyle/>
            <a:p>
              <a:pPr marL="0" marR="0" lvl="0" indent="0" algn="ctr" rtl="0">
                <a:lnSpc>
                  <a:spcPct val="140000"/>
                </a:lnSpc>
                <a:spcBef>
                  <a:spcPts val="0"/>
                </a:spcBef>
                <a:spcAft>
                  <a:spcPts val="0"/>
                </a:spcAft>
                <a:buNone/>
              </a:pPr>
              <a:r>
                <a:rPr lang="en-US" sz="1700">
                  <a:solidFill>
                    <a:srgbClr val="191919"/>
                  </a:solidFill>
                  <a:latin typeface="Arial"/>
                  <a:ea typeface="Arial"/>
                  <a:cs typeface="Arial"/>
                  <a:sym typeface="Arial"/>
                </a:rPr>
                <a:t>4</a:t>
              </a:r>
              <a:endParaRPr/>
            </a:p>
          </p:txBody>
        </p:sp>
      </p:grpSp>
      <p:grpSp>
        <p:nvGrpSpPr>
          <p:cNvPr id="143" name="Google Shape;143;p15"/>
          <p:cNvGrpSpPr/>
          <p:nvPr/>
        </p:nvGrpSpPr>
        <p:grpSpPr>
          <a:xfrm>
            <a:off x="951509" y="1982349"/>
            <a:ext cx="508158" cy="543805"/>
            <a:chOff x="0" y="0"/>
            <a:chExt cx="812800" cy="869819"/>
          </a:xfrm>
        </p:grpSpPr>
        <p:sp>
          <p:nvSpPr>
            <p:cNvPr id="144" name="Google Shape;144;p15"/>
            <p:cNvSpPr/>
            <p:nvPr/>
          </p:nvSpPr>
          <p:spPr>
            <a:xfrm>
              <a:off x="0" y="0"/>
              <a:ext cx="812800" cy="869819"/>
            </a:xfrm>
            <a:custGeom>
              <a:avLst/>
              <a:gdLst/>
              <a:ahLst/>
              <a:cxnLst/>
              <a:rect l="l" t="t" r="r" b="b"/>
              <a:pathLst>
                <a:path w="812800" h="869819" extrusionOk="0">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cmpd="sng">
              <a:solidFill>
                <a:srgbClr val="FD6220"/>
              </a:solidFill>
              <a:prstDash val="solid"/>
              <a:miter lim="8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 name="Google Shape;145;p15"/>
            <p:cNvSpPr txBox="1"/>
            <p:nvPr/>
          </p:nvSpPr>
          <p:spPr>
            <a:xfrm>
              <a:off x="76200" y="52970"/>
              <a:ext cx="660400" cy="735303"/>
            </a:xfrm>
            <a:prstGeom prst="rect">
              <a:avLst/>
            </a:prstGeom>
            <a:noFill/>
            <a:ln>
              <a:noFill/>
            </a:ln>
          </p:spPr>
          <p:txBody>
            <a:bodyPr spcFirstLastPara="1" wrap="square" lIns="50800" tIns="50800" rIns="50800" bIns="50800" anchor="ctr" anchorCtr="0">
              <a:noAutofit/>
            </a:bodyPr>
            <a:lstStyle/>
            <a:p>
              <a:pPr marL="0" marR="0" lvl="0" indent="0" algn="ctr" rtl="0">
                <a:lnSpc>
                  <a:spcPct val="140000"/>
                </a:lnSpc>
                <a:spcBef>
                  <a:spcPts val="0"/>
                </a:spcBef>
                <a:spcAft>
                  <a:spcPts val="0"/>
                </a:spcAft>
                <a:buNone/>
              </a:pPr>
              <a:r>
                <a:rPr lang="en-US" sz="1700">
                  <a:solidFill>
                    <a:srgbClr val="191919"/>
                  </a:solidFill>
                  <a:latin typeface="Arial"/>
                  <a:ea typeface="Arial"/>
                  <a:cs typeface="Arial"/>
                  <a:sym typeface="Arial"/>
                </a:rPr>
                <a:t>1</a:t>
              </a:r>
              <a:endParaRPr/>
            </a:p>
          </p:txBody>
        </p:sp>
      </p:grpSp>
      <p:grpSp>
        <p:nvGrpSpPr>
          <p:cNvPr id="146" name="Google Shape;146;p15"/>
          <p:cNvGrpSpPr/>
          <p:nvPr/>
        </p:nvGrpSpPr>
        <p:grpSpPr>
          <a:xfrm>
            <a:off x="951509" y="5094059"/>
            <a:ext cx="508158" cy="543805"/>
            <a:chOff x="0" y="0"/>
            <a:chExt cx="812800" cy="869819"/>
          </a:xfrm>
        </p:grpSpPr>
        <p:sp>
          <p:nvSpPr>
            <p:cNvPr id="147" name="Google Shape;147;p15"/>
            <p:cNvSpPr/>
            <p:nvPr/>
          </p:nvSpPr>
          <p:spPr>
            <a:xfrm>
              <a:off x="0" y="0"/>
              <a:ext cx="812800" cy="869819"/>
            </a:xfrm>
            <a:custGeom>
              <a:avLst/>
              <a:gdLst/>
              <a:ahLst/>
              <a:cxnLst/>
              <a:rect l="l" t="t" r="r" b="b"/>
              <a:pathLst>
                <a:path w="812800" h="869819" extrusionOk="0">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cmpd="sng">
              <a:solidFill>
                <a:srgbClr val="FD6220"/>
              </a:solidFill>
              <a:prstDash val="solid"/>
              <a:miter lim="8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8" name="Google Shape;148;p15"/>
            <p:cNvSpPr txBox="1"/>
            <p:nvPr/>
          </p:nvSpPr>
          <p:spPr>
            <a:xfrm>
              <a:off x="76200" y="52970"/>
              <a:ext cx="660400" cy="735303"/>
            </a:xfrm>
            <a:prstGeom prst="rect">
              <a:avLst/>
            </a:prstGeom>
            <a:noFill/>
            <a:ln>
              <a:noFill/>
            </a:ln>
          </p:spPr>
          <p:txBody>
            <a:bodyPr spcFirstLastPara="1" wrap="square" lIns="50800" tIns="50800" rIns="50800" bIns="50800" anchor="ctr" anchorCtr="0">
              <a:noAutofit/>
            </a:bodyPr>
            <a:lstStyle/>
            <a:p>
              <a:pPr marL="0" marR="0" lvl="0" indent="0" algn="ctr" rtl="0">
                <a:lnSpc>
                  <a:spcPct val="140000"/>
                </a:lnSpc>
                <a:spcBef>
                  <a:spcPts val="0"/>
                </a:spcBef>
                <a:spcAft>
                  <a:spcPts val="0"/>
                </a:spcAft>
                <a:buNone/>
              </a:pPr>
              <a:r>
                <a:rPr lang="en-US" sz="1700">
                  <a:solidFill>
                    <a:srgbClr val="191919"/>
                  </a:solidFill>
                  <a:latin typeface="Arial"/>
                  <a:ea typeface="Arial"/>
                  <a:cs typeface="Arial"/>
                  <a:sym typeface="Arial"/>
                </a:rPr>
                <a:t>5</a:t>
              </a:r>
              <a:endParaRPr/>
            </a:p>
          </p:txBody>
        </p:sp>
      </p:grpSp>
      <p:grpSp>
        <p:nvGrpSpPr>
          <p:cNvPr id="149" name="Google Shape;149;p15"/>
          <p:cNvGrpSpPr/>
          <p:nvPr/>
        </p:nvGrpSpPr>
        <p:grpSpPr>
          <a:xfrm>
            <a:off x="951509" y="3762533"/>
            <a:ext cx="508158" cy="543805"/>
            <a:chOff x="0" y="0"/>
            <a:chExt cx="812800" cy="869819"/>
          </a:xfrm>
        </p:grpSpPr>
        <p:sp>
          <p:nvSpPr>
            <p:cNvPr id="150" name="Google Shape;150;p15"/>
            <p:cNvSpPr/>
            <p:nvPr/>
          </p:nvSpPr>
          <p:spPr>
            <a:xfrm>
              <a:off x="0" y="0"/>
              <a:ext cx="812800" cy="869819"/>
            </a:xfrm>
            <a:custGeom>
              <a:avLst/>
              <a:gdLst/>
              <a:ahLst/>
              <a:cxnLst/>
              <a:rect l="l" t="t" r="r" b="b"/>
              <a:pathLst>
                <a:path w="812800" h="869819" extrusionOk="0">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cmpd="sng">
              <a:solidFill>
                <a:srgbClr val="FD6220"/>
              </a:solidFill>
              <a:prstDash val="solid"/>
              <a:miter lim="8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1" name="Google Shape;151;p15"/>
            <p:cNvSpPr txBox="1"/>
            <p:nvPr/>
          </p:nvSpPr>
          <p:spPr>
            <a:xfrm>
              <a:off x="76200" y="52970"/>
              <a:ext cx="660400" cy="735303"/>
            </a:xfrm>
            <a:prstGeom prst="rect">
              <a:avLst/>
            </a:prstGeom>
            <a:noFill/>
            <a:ln>
              <a:noFill/>
            </a:ln>
          </p:spPr>
          <p:txBody>
            <a:bodyPr spcFirstLastPara="1" wrap="square" lIns="50800" tIns="50800" rIns="50800" bIns="50800" anchor="ctr" anchorCtr="0">
              <a:noAutofit/>
            </a:bodyPr>
            <a:lstStyle/>
            <a:p>
              <a:pPr marL="0" marR="0" lvl="0" indent="0" algn="ctr" rtl="0">
                <a:lnSpc>
                  <a:spcPct val="140000"/>
                </a:lnSpc>
                <a:spcBef>
                  <a:spcPts val="0"/>
                </a:spcBef>
                <a:spcAft>
                  <a:spcPts val="0"/>
                </a:spcAft>
                <a:buNone/>
              </a:pPr>
              <a:r>
                <a:rPr lang="en-US" sz="1700">
                  <a:solidFill>
                    <a:srgbClr val="191919"/>
                  </a:solidFill>
                  <a:latin typeface="Arial"/>
                  <a:ea typeface="Arial"/>
                  <a:cs typeface="Arial"/>
                  <a:sym typeface="Arial"/>
                </a:rPr>
                <a:t>3</a:t>
              </a:r>
              <a:endParaRPr/>
            </a:p>
          </p:txBody>
        </p:sp>
      </p:grpSp>
      <p:grpSp>
        <p:nvGrpSpPr>
          <p:cNvPr id="152" name="Google Shape;152;p15"/>
          <p:cNvGrpSpPr/>
          <p:nvPr/>
        </p:nvGrpSpPr>
        <p:grpSpPr>
          <a:xfrm>
            <a:off x="951509" y="6425585"/>
            <a:ext cx="508158" cy="543805"/>
            <a:chOff x="0" y="0"/>
            <a:chExt cx="812800" cy="869819"/>
          </a:xfrm>
        </p:grpSpPr>
        <p:sp>
          <p:nvSpPr>
            <p:cNvPr id="153" name="Google Shape;153;p15"/>
            <p:cNvSpPr/>
            <p:nvPr/>
          </p:nvSpPr>
          <p:spPr>
            <a:xfrm>
              <a:off x="0" y="0"/>
              <a:ext cx="812800" cy="869819"/>
            </a:xfrm>
            <a:custGeom>
              <a:avLst/>
              <a:gdLst/>
              <a:ahLst/>
              <a:cxnLst/>
              <a:rect l="l" t="t" r="r" b="b"/>
              <a:pathLst>
                <a:path w="812800" h="869819" extrusionOk="0">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cmpd="sng">
              <a:solidFill>
                <a:srgbClr val="FD6220"/>
              </a:solidFill>
              <a:prstDash val="solid"/>
              <a:miter lim="8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4" name="Google Shape;154;p15"/>
            <p:cNvSpPr txBox="1"/>
            <p:nvPr/>
          </p:nvSpPr>
          <p:spPr>
            <a:xfrm>
              <a:off x="76200" y="52970"/>
              <a:ext cx="660400" cy="735303"/>
            </a:xfrm>
            <a:prstGeom prst="rect">
              <a:avLst/>
            </a:prstGeom>
            <a:noFill/>
            <a:ln>
              <a:noFill/>
            </a:ln>
          </p:spPr>
          <p:txBody>
            <a:bodyPr spcFirstLastPara="1" wrap="square" lIns="50800" tIns="50800" rIns="50800" bIns="50800" anchor="ctr" anchorCtr="0">
              <a:noAutofit/>
            </a:bodyPr>
            <a:lstStyle/>
            <a:p>
              <a:pPr marL="0" marR="0" lvl="0" indent="0" algn="ctr" rtl="0">
                <a:lnSpc>
                  <a:spcPct val="140000"/>
                </a:lnSpc>
                <a:spcBef>
                  <a:spcPts val="0"/>
                </a:spcBef>
                <a:spcAft>
                  <a:spcPts val="0"/>
                </a:spcAft>
                <a:buNone/>
              </a:pPr>
              <a:r>
                <a:rPr lang="en-US" sz="1700">
                  <a:solidFill>
                    <a:srgbClr val="191919"/>
                  </a:solidFill>
                  <a:latin typeface="Arial"/>
                  <a:ea typeface="Arial"/>
                  <a:cs typeface="Arial"/>
                  <a:sym typeface="Arial"/>
                </a:rPr>
                <a:t>7</a:t>
              </a:r>
              <a:endParaRPr/>
            </a:p>
          </p:txBody>
        </p:sp>
      </p:grpSp>
      <p:grpSp>
        <p:nvGrpSpPr>
          <p:cNvPr id="155" name="Google Shape;155;p15"/>
          <p:cNvGrpSpPr/>
          <p:nvPr/>
        </p:nvGrpSpPr>
        <p:grpSpPr>
          <a:xfrm>
            <a:off x="951509" y="5759822"/>
            <a:ext cx="508158" cy="543805"/>
            <a:chOff x="0" y="0"/>
            <a:chExt cx="812800" cy="869819"/>
          </a:xfrm>
        </p:grpSpPr>
        <p:sp>
          <p:nvSpPr>
            <p:cNvPr id="156" name="Google Shape;156;p15"/>
            <p:cNvSpPr/>
            <p:nvPr/>
          </p:nvSpPr>
          <p:spPr>
            <a:xfrm>
              <a:off x="0" y="0"/>
              <a:ext cx="812800" cy="869819"/>
            </a:xfrm>
            <a:custGeom>
              <a:avLst/>
              <a:gdLst/>
              <a:ahLst/>
              <a:cxnLst/>
              <a:rect l="l" t="t" r="r" b="b"/>
              <a:pathLst>
                <a:path w="812800" h="869819" extrusionOk="0">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cmpd="sng">
              <a:solidFill>
                <a:srgbClr val="FD6220"/>
              </a:solidFill>
              <a:prstDash val="solid"/>
              <a:miter lim="8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 name="Google Shape;157;p15"/>
            <p:cNvSpPr txBox="1"/>
            <p:nvPr/>
          </p:nvSpPr>
          <p:spPr>
            <a:xfrm>
              <a:off x="76200" y="52970"/>
              <a:ext cx="660400" cy="735303"/>
            </a:xfrm>
            <a:prstGeom prst="rect">
              <a:avLst/>
            </a:prstGeom>
            <a:noFill/>
            <a:ln>
              <a:noFill/>
            </a:ln>
          </p:spPr>
          <p:txBody>
            <a:bodyPr spcFirstLastPara="1" wrap="square" lIns="50800" tIns="50800" rIns="50800" bIns="50800" anchor="ctr" anchorCtr="0">
              <a:noAutofit/>
            </a:bodyPr>
            <a:lstStyle/>
            <a:p>
              <a:pPr marL="0" marR="0" lvl="0" indent="0" algn="ctr" rtl="0">
                <a:lnSpc>
                  <a:spcPct val="140000"/>
                </a:lnSpc>
                <a:spcBef>
                  <a:spcPts val="0"/>
                </a:spcBef>
                <a:spcAft>
                  <a:spcPts val="0"/>
                </a:spcAft>
                <a:buNone/>
              </a:pPr>
              <a:r>
                <a:rPr lang="en-US" sz="1700">
                  <a:solidFill>
                    <a:srgbClr val="191919"/>
                  </a:solidFill>
                  <a:latin typeface="Arial"/>
                  <a:ea typeface="Arial"/>
                  <a:cs typeface="Arial"/>
                  <a:sym typeface="Arial"/>
                </a:rPr>
                <a:t>6</a:t>
              </a:r>
              <a:endParaRPr/>
            </a:p>
          </p:txBody>
        </p:sp>
      </p:grpSp>
      <p:grpSp>
        <p:nvGrpSpPr>
          <p:cNvPr id="158" name="Google Shape;158;p15"/>
          <p:cNvGrpSpPr/>
          <p:nvPr/>
        </p:nvGrpSpPr>
        <p:grpSpPr>
          <a:xfrm>
            <a:off x="951509" y="7093216"/>
            <a:ext cx="508158" cy="543805"/>
            <a:chOff x="0" y="0"/>
            <a:chExt cx="812800" cy="869819"/>
          </a:xfrm>
        </p:grpSpPr>
        <p:sp>
          <p:nvSpPr>
            <p:cNvPr id="159" name="Google Shape;159;p15"/>
            <p:cNvSpPr/>
            <p:nvPr/>
          </p:nvSpPr>
          <p:spPr>
            <a:xfrm>
              <a:off x="0" y="0"/>
              <a:ext cx="812800" cy="869819"/>
            </a:xfrm>
            <a:custGeom>
              <a:avLst/>
              <a:gdLst/>
              <a:ahLst/>
              <a:cxnLst/>
              <a:rect l="l" t="t" r="r" b="b"/>
              <a:pathLst>
                <a:path w="812800" h="869819" extrusionOk="0">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cmpd="sng">
              <a:solidFill>
                <a:srgbClr val="FD6220"/>
              </a:solidFill>
              <a:prstDash val="solid"/>
              <a:miter lim="8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 name="Google Shape;160;p15"/>
            <p:cNvSpPr txBox="1"/>
            <p:nvPr/>
          </p:nvSpPr>
          <p:spPr>
            <a:xfrm>
              <a:off x="76200" y="52970"/>
              <a:ext cx="660400" cy="735303"/>
            </a:xfrm>
            <a:prstGeom prst="rect">
              <a:avLst/>
            </a:prstGeom>
            <a:noFill/>
            <a:ln>
              <a:noFill/>
            </a:ln>
          </p:spPr>
          <p:txBody>
            <a:bodyPr spcFirstLastPara="1" wrap="square" lIns="50800" tIns="50800" rIns="50800" bIns="50800" anchor="ctr" anchorCtr="0">
              <a:noAutofit/>
            </a:bodyPr>
            <a:lstStyle/>
            <a:p>
              <a:pPr marL="0" marR="0" lvl="0" indent="0" algn="ctr" rtl="0">
                <a:lnSpc>
                  <a:spcPct val="140000"/>
                </a:lnSpc>
                <a:spcBef>
                  <a:spcPts val="0"/>
                </a:spcBef>
                <a:spcAft>
                  <a:spcPts val="0"/>
                </a:spcAft>
                <a:buNone/>
              </a:pPr>
              <a:r>
                <a:rPr lang="en-US" sz="1700">
                  <a:solidFill>
                    <a:srgbClr val="191919"/>
                  </a:solidFill>
                  <a:latin typeface="Arial"/>
                  <a:ea typeface="Arial"/>
                  <a:cs typeface="Arial"/>
                  <a:sym typeface="Arial"/>
                </a:rPr>
                <a:t>8</a:t>
              </a:r>
              <a:endParaRPr/>
            </a:p>
          </p:txBody>
        </p:sp>
      </p:grpSp>
      <p:grpSp>
        <p:nvGrpSpPr>
          <p:cNvPr id="161" name="Google Shape;161;p15"/>
          <p:cNvGrpSpPr/>
          <p:nvPr/>
        </p:nvGrpSpPr>
        <p:grpSpPr>
          <a:xfrm>
            <a:off x="951509" y="7760846"/>
            <a:ext cx="508158" cy="543805"/>
            <a:chOff x="0" y="0"/>
            <a:chExt cx="812800" cy="869819"/>
          </a:xfrm>
        </p:grpSpPr>
        <p:sp>
          <p:nvSpPr>
            <p:cNvPr id="162" name="Google Shape;162;p15"/>
            <p:cNvSpPr/>
            <p:nvPr/>
          </p:nvSpPr>
          <p:spPr>
            <a:xfrm>
              <a:off x="0" y="0"/>
              <a:ext cx="812800" cy="869819"/>
            </a:xfrm>
            <a:custGeom>
              <a:avLst/>
              <a:gdLst/>
              <a:ahLst/>
              <a:cxnLst/>
              <a:rect l="l" t="t" r="r" b="b"/>
              <a:pathLst>
                <a:path w="812800" h="869819" extrusionOk="0">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cmpd="sng">
              <a:solidFill>
                <a:srgbClr val="FD6220"/>
              </a:solidFill>
              <a:prstDash val="solid"/>
              <a:miter lim="8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 name="Google Shape;163;p15"/>
            <p:cNvSpPr txBox="1"/>
            <p:nvPr/>
          </p:nvSpPr>
          <p:spPr>
            <a:xfrm>
              <a:off x="76200" y="52970"/>
              <a:ext cx="660400" cy="735303"/>
            </a:xfrm>
            <a:prstGeom prst="rect">
              <a:avLst/>
            </a:prstGeom>
            <a:noFill/>
            <a:ln>
              <a:noFill/>
            </a:ln>
          </p:spPr>
          <p:txBody>
            <a:bodyPr spcFirstLastPara="1" wrap="square" lIns="50800" tIns="50800" rIns="50800" bIns="50800" anchor="ctr" anchorCtr="0">
              <a:noAutofit/>
            </a:bodyPr>
            <a:lstStyle/>
            <a:p>
              <a:pPr marL="0" marR="0" lvl="0" indent="0" algn="ctr" rtl="0">
                <a:lnSpc>
                  <a:spcPct val="140000"/>
                </a:lnSpc>
                <a:spcBef>
                  <a:spcPts val="0"/>
                </a:spcBef>
                <a:spcAft>
                  <a:spcPts val="0"/>
                </a:spcAft>
                <a:buNone/>
              </a:pPr>
              <a:r>
                <a:rPr lang="en-US" sz="1700">
                  <a:solidFill>
                    <a:srgbClr val="191919"/>
                  </a:solidFill>
                  <a:latin typeface="Arial"/>
                  <a:ea typeface="Arial"/>
                  <a:cs typeface="Arial"/>
                  <a:sym typeface="Arial"/>
                </a:rPr>
                <a:t>9</a:t>
              </a:r>
              <a:endParaRPr/>
            </a:p>
          </p:txBody>
        </p:sp>
      </p:grpSp>
      <p:sp>
        <p:nvSpPr>
          <p:cNvPr id="164" name="Google Shape;164;p15"/>
          <p:cNvSpPr txBox="1"/>
          <p:nvPr/>
        </p:nvSpPr>
        <p:spPr>
          <a:xfrm>
            <a:off x="152400" y="342900"/>
            <a:ext cx="17907000" cy="830997"/>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4800" b="1">
                <a:solidFill>
                  <a:srgbClr val="0033CC"/>
                </a:solidFill>
                <a:latin typeface="Times New Roman"/>
                <a:ea typeface="Times New Roman"/>
                <a:cs typeface="Times New Roman"/>
                <a:sym typeface="Times New Roman"/>
              </a:rPr>
              <a:t>PROBLEM STATEMENT</a:t>
            </a:r>
            <a:endParaRPr sz="4800" b="1">
              <a:solidFill>
                <a:srgbClr val="0033CC"/>
              </a:solidFill>
              <a:latin typeface="Times New Roman"/>
              <a:ea typeface="Times New Roman"/>
              <a:cs typeface="Times New Roman"/>
              <a:sym typeface="Times New Roman"/>
            </a:endParaRPr>
          </a:p>
        </p:txBody>
      </p:sp>
      <p:sp>
        <p:nvSpPr>
          <p:cNvPr id="165" name="Google Shape;165;p15"/>
          <p:cNvSpPr txBox="1"/>
          <p:nvPr/>
        </p:nvSpPr>
        <p:spPr>
          <a:xfrm>
            <a:off x="2209800" y="1638300"/>
            <a:ext cx="15082325" cy="8279190"/>
          </a:xfrm>
          <a:prstGeom prst="rect">
            <a:avLst/>
          </a:prstGeom>
          <a:noFill/>
          <a:ln>
            <a:noFill/>
          </a:ln>
        </p:spPr>
        <p:txBody>
          <a:bodyPr spcFirstLastPara="1" wrap="square" lIns="91425" tIns="45700" rIns="91425" bIns="45700" anchor="t" anchorCtr="0">
            <a:spAutoFit/>
          </a:bodyPr>
          <a:lstStyle/>
          <a:p>
            <a:pPr marL="457200" marR="0" lvl="0" indent="-457200" algn="l" rtl="0">
              <a:spcBef>
                <a:spcPts val="0"/>
              </a:spcBef>
              <a:spcAft>
                <a:spcPts val="0"/>
              </a:spcAft>
              <a:buClr>
                <a:schemeClr val="dk1"/>
              </a:buClr>
              <a:buSzPts val="2800"/>
              <a:buFont typeface="Calibri"/>
              <a:buChar char="-"/>
            </a:pPr>
            <a:r>
              <a:rPr lang="en-US" sz="2800">
                <a:solidFill>
                  <a:schemeClr val="dk1"/>
                </a:solidFill>
                <a:latin typeface="Calibri"/>
                <a:ea typeface="Calibri"/>
                <a:cs typeface="Calibri"/>
                <a:sym typeface="Calibri"/>
              </a:rPr>
              <a:t>Students currently rely on generic cloud storage or manual folder systems to manage diverse academic resources like PDFs and PPT</a:t>
            </a:r>
            <a:endParaRPr/>
          </a:p>
          <a:p>
            <a:pPr marL="457200" marR="0" lvl="0" indent="-279400" algn="l" rtl="0">
              <a:spcBef>
                <a:spcPts val="0"/>
              </a:spcBef>
              <a:spcAft>
                <a:spcPts val="0"/>
              </a:spcAft>
              <a:buClr>
                <a:schemeClr val="dk1"/>
              </a:buClr>
              <a:buSzPts val="2800"/>
              <a:buFont typeface="Calibri"/>
              <a:buNone/>
            </a:pPr>
            <a:endParaRPr sz="2800">
              <a:solidFill>
                <a:schemeClr val="dk1"/>
              </a:solidFill>
              <a:latin typeface="Calibri"/>
              <a:ea typeface="Calibri"/>
              <a:cs typeface="Calibri"/>
              <a:sym typeface="Calibri"/>
            </a:endParaRPr>
          </a:p>
          <a:p>
            <a:pPr marL="457200" marR="0" lvl="0" indent="-457200" algn="l" rtl="0">
              <a:spcBef>
                <a:spcPts val="0"/>
              </a:spcBef>
              <a:spcAft>
                <a:spcPts val="0"/>
              </a:spcAft>
              <a:buClr>
                <a:schemeClr val="dk1"/>
              </a:buClr>
              <a:buSzPts val="2800"/>
              <a:buFont typeface="Calibri"/>
              <a:buChar char="-"/>
            </a:pPr>
            <a:r>
              <a:rPr lang="en-US" sz="2800">
                <a:solidFill>
                  <a:schemeClr val="dk1"/>
                </a:solidFill>
                <a:latin typeface="Calibri"/>
                <a:ea typeface="Calibri"/>
                <a:cs typeface="Calibri"/>
                <a:sym typeface="Calibri"/>
              </a:rPr>
              <a:t>This manual approach leads to significant inefficiency in retrieving specific documents during exam preparation.</a:t>
            </a:r>
            <a:endParaRPr/>
          </a:p>
          <a:p>
            <a:pPr marL="457200" marR="0" lvl="0" indent="-279400" algn="l" rtl="0">
              <a:spcBef>
                <a:spcPts val="0"/>
              </a:spcBef>
              <a:spcAft>
                <a:spcPts val="0"/>
              </a:spcAft>
              <a:buClr>
                <a:schemeClr val="dk1"/>
              </a:buClr>
              <a:buSzPts val="2800"/>
              <a:buFont typeface="Calibri"/>
              <a:buNone/>
            </a:pPr>
            <a:endParaRPr sz="2800">
              <a:solidFill>
                <a:schemeClr val="dk1"/>
              </a:solidFill>
              <a:latin typeface="Calibri"/>
              <a:ea typeface="Calibri"/>
              <a:cs typeface="Calibri"/>
              <a:sym typeface="Calibri"/>
            </a:endParaRPr>
          </a:p>
          <a:p>
            <a:pPr marL="457200" marR="0" lvl="0" indent="-457200" algn="l" rtl="0">
              <a:spcBef>
                <a:spcPts val="0"/>
              </a:spcBef>
              <a:spcAft>
                <a:spcPts val="0"/>
              </a:spcAft>
              <a:buClr>
                <a:schemeClr val="dk1"/>
              </a:buClr>
              <a:buSzPts val="2800"/>
              <a:buFont typeface="Calibri"/>
              <a:buChar char="-"/>
            </a:pPr>
            <a:r>
              <a:rPr lang="en-US" sz="2800">
                <a:solidFill>
                  <a:schemeClr val="dk1"/>
                </a:solidFill>
                <a:latin typeface="Calibri"/>
                <a:ea typeface="Calibri"/>
                <a:cs typeface="Calibri"/>
                <a:sym typeface="Calibri"/>
              </a:rPr>
              <a:t>The existing tools lack a centralized way to link study materials directly to a specific subject-wise schedule.</a:t>
            </a:r>
            <a:endParaRPr/>
          </a:p>
          <a:p>
            <a:pPr marL="457200" marR="0" lvl="0" indent="-279400" algn="l" rtl="0">
              <a:spcBef>
                <a:spcPts val="0"/>
              </a:spcBef>
              <a:spcAft>
                <a:spcPts val="0"/>
              </a:spcAft>
              <a:buClr>
                <a:schemeClr val="dk1"/>
              </a:buClr>
              <a:buSzPts val="2800"/>
              <a:buFont typeface="Calibri"/>
              <a:buNone/>
            </a:pPr>
            <a:endParaRPr sz="2800">
              <a:solidFill>
                <a:schemeClr val="dk1"/>
              </a:solidFill>
              <a:latin typeface="Calibri"/>
              <a:ea typeface="Calibri"/>
              <a:cs typeface="Calibri"/>
              <a:sym typeface="Calibri"/>
            </a:endParaRPr>
          </a:p>
          <a:p>
            <a:pPr marL="457200" marR="0" lvl="0" indent="-457200" algn="l" rtl="0">
              <a:spcBef>
                <a:spcPts val="0"/>
              </a:spcBef>
              <a:spcAft>
                <a:spcPts val="0"/>
              </a:spcAft>
              <a:buClr>
                <a:schemeClr val="dk1"/>
              </a:buClr>
              <a:buSzPts val="2800"/>
              <a:buFont typeface="Calibri"/>
              <a:buChar char="-"/>
            </a:pPr>
            <a:r>
              <a:rPr lang="en-US" sz="2800">
                <a:solidFill>
                  <a:schemeClr val="dk1"/>
                </a:solidFill>
                <a:latin typeface="Calibri"/>
                <a:ea typeface="Calibri"/>
                <a:cs typeface="Calibri"/>
                <a:sym typeface="Calibri"/>
              </a:rPr>
              <a:t>There is no integrated platform that combines document storage with active study aids like revision cards and task reminders.</a:t>
            </a:r>
            <a:endParaRPr/>
          </a:p>
          <a:p>
            <a:pPr marL="457200" marR="0" lvl="0" indent="-279400" algn="l" rtl="0">
              <a:spcBef>
                <a:spcPts val="0"/>
              </a:spcBef>
              <a:spcAft>
                <a:spcPts val="0"/>
              </a:spcAft>
              <a:buClr>
                <a:schemeClr val="dk1"/>
              </a:buClr>
              <a:buSzPts val="2800"/>
              <a:buFont typeface="Calibri"/>
              <a:buNone/>
            </a:pPr>
            <a:endParaRPr sz="2800">
              <a:solidFill>
                <a:schemeClr val="dk1"/>
              </a:solidFill>
              <a:latin typeface="Calibri"/>
              <a:ea typeface="Calibri"/>
              <a:cs typeface="Calibri"/>
              <a:sym typeface="Calibri"/>
            </a:endParaRPr>
          </a:p>
          <a:p>
            <a:pPr marL="457200" marR="0" lvl="0" indent="-457200" algn="l" rtl="0">
              <a:spcBef>
                <a:spcPts val="0"/>
              </a:spcBef>
              <a:spcAft>
                <a:spcPts val="0"/>
              </a:spcAft>
              <a:buClr>
                <a:schemeClr val="dk1"/>
              </a:buClr>
              <a:buSzPts val="2800"/>
              <a:buFont typeface="Calibri"/>
              <a:buChar char="-"/>
            </a:pPr>
            <a:r>
              <a:rPr lang="en-US" sz="2800">
                <a:solidFill>
                  <a:schemeClr val="dk1"/>
                </a:solidFill>
                <a:latin typeface="Calibri"/>
                <a:ea typeface="Calibri"/>
                <a:cs typeface="Calibri"/>
                <a:sym typeface="Calibri"/>
              </a:rPr>
              <a:t>As a result , students often miss deadlines or struggle with disorganized study environments.</a:t>
            </a:r>
            <a:endParaRPr/>
          </a:p>
          <a:p>
            <a:pPr marL="457200" marR="0" lvl="0" indent="-279400" algn="l" rtl="0">
              <a:spcBef>
                <a:spcPts val="0"/>
              </a:spcBef>
              <a:spcAft>
                <a:spcPts val="0"/>
              </a:spcAft>
              <a:buClr>
                <a:schemeClr val="dk1"/>
              </a:buClr>
              <a:buSzPts val="2800"/>
              <a:buFont typeface="Calibri"/>
              <a:buNone/>
            </a:pPr>
            <a:endParaRPr sz="2800">
              <a:solidFill>
                <a:schemeClr val="dk1"/>
              </a:solidFill>
              <a:latin typeface="Calibri"/>
              <a:ea typeface="Calibri"/>
              <a:cs typeface="Calibri"/>
              <a:sym typeface="Calibri"/>
            </a:endParaRPr>
          </a:p>
          <a:p>
            <a:pPr marL="457200" marR="0" lvl="0" indent="-457200" algn="l" rtl="0">
              <a:spcBef>
                <a:spcPts val="0"/>
              </a:spcBef>
              <a:spcAft>
                <a:spcPts val="0"/>
              </a:spcAft>
              <a:buClr>
                <a:schemeClr val="dk1"/>
              </a:buClr>
              <a:buSzPts val="2800"/>
              <a:buFont typeface="Calibri"/>
              <a:buChar char="-"/>
            </a:pPr>
            <a:r>
              <a:rPr lang="en-US" sz="2800">
                <a:solidFill>
                  <a:schemeClr val="dk1"/>
                </a:solidFill>
                <a:latin typeface="Calibri"/>
                <a:ea typeface="Calibri"/>
                <a:cs typeface="Calibri"/>
                <a:sym typeface="Calibri"/>
              </a:rPr>
              <a:t>There is a clear need for a simple, automated, and secure system that streamlines study resources and improves academic focus.</a:t>
            </a:r>
            <a:endParaRPr/>
          </a:p>
          <a:p>
            <a:pPr marL="457200" marR="0" lvl="0" indent="-279400" algn="l" rtl="0">
              <a:spcBef>
                <a:spcPts val="0"/>
              </a:spcBef>
              <a:spcAft>
                <a:spcPts val="0"/>
              </a:spcAft>
              <a:buClr>
                <a:schemeClr val="dk1"/>
              </a:buClr>
              <a:buSzPts val="2800"/>
              <a:buFont typeface="Calibri"/>
              <a:buNone/>
            </a:pPr>
            <a:endParaRPr sz="2800">
              <a:solidFill>
                <a:schemeClr val="dk1"/>
              </a:solidFill>
              <a:latin typeface="Calibri"/>
              <a:ea typeface="Calibri"/>
              <a:cs typeface="Calibri"/>
              <a:sym typeface="Calibri"/>
            </a:endParaRPr>
          </a:p>
          <a:p>
            <a:pPr marL="457200" marR="0" lvl="0" indent="-279400" algn="l" rtl="0">
              <a:spcBef>
                <a:spcPts val="0"/>
              </a:spcBef>
              <a:spcAft>
                <a:spcPts val="0"/>
              </a:spcAft>
              <a:buClr>
                <a:schemeClr val="dk1"/>
              </a:buClr>
              <a:buSzPts val="2800"/>
              <a:buFont typeface="Calibri"/>
              <a:buNone/>
            </a:pPr>
            <a:endParaRPr sz="2800">
              <a:solidFill>
                <a:schemeClr val="dk1"/>
              </a:solidFill>
              <a:latin typeface="Calibri"/>
              <a:ea typeface="Calibri"/>
              <a:cs typeface="Calibri"/>
              <a:sym typeface="Calibri"/>
            </a:endParaRPr>
          </a:p>
          <a:p>
            <a:pPr marL="457200" marR="0" lvl="0" indent="-279400" algn="l" rtl="0">
              <a:spcBef>
                <a:spcPts val="0"/>
              </a:spcBef>
              <a:spcAft>
                <a:spcPts val="0"/>
              </a:spcAft>
              <a:buClr>
                <a:schemeClr val="dk1"/>
              </a:buClr>
              <a:buSzPts val="2800"/>
              <a:buFont typeface="Calibri"/>
              <a:buNone/>
            </a:pPr>
            <a:endParaRPr sz="2800">
              <a:solidFill>
                <a:schemeClr val="dk1"/>
              </a:solidFill>
              <a:latin typeface="Calibri"/>
              <a:ea typeface="Calibri"/>
              <a:cs typeface="Calibri"/>
              <a:sym typeface="Calibri"/>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Shape 169"/>
        <p:cNvGrpSpPr/>
        <p:nvPr/>
      </p:nvGrpSpPr>
      <p:grpSpPr>
        <a:xfrm>
          <a:off x="0" y="0"/>
          <a:ext cx="0" cy="0"/>
          <a:chOff x="0" y="0"/>
          <a:chExt cx="0" cy="0"/>
        </a:xfrm>
      </p:grpSpPr>
      <p:grpSp>
        <p:nvGrpSpPr>
          <p:cNvPr id="170" name="Google Shape;170;p16"/>
          <p:cNvGrpSpPr/>
          <p:nvPr/>
        </p:nvGrpSpPr>
        <p:grpSpPr>
          <a:xfrm>
            <a:off x="709357" y="3315742"/>
            <a:ext cx="992463" cy="992463"/>
            <a:chOff x="0" y="0"/>
            <a:chExt cx="812800" cy="812800"/>
          </a:xfrm>
        </p:grpSpPr>
        <p:sp>
          <p:nvSpPr>
            <p:cNvPr id="171" name="Google Shape;171;p16"/>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2" name="Google Shape;172;p16"/>
            <p:cNvSpPr txBox="1"/>
            <p:nvPr/>
          </p:nvSpPr>
          <p:spPr>
            <a:xfrm>
              <a:off x="76200" y="19050"/>
              <a:ext cx="660400" cy="717550"/>
            </a:xfrm>
            <a:prstGeom prst="rect">
              <a:avLst/>
            </a:prstGeom>
            <a:noFill/>
            <a:ln>
              <a:noFill/>
            </a:ln>
          </p:spPr>
          <p:txBody>
            <a:bodyPr spcFirstLastPara="1" wrap="square" lIns="50800" tIns="50800" rIns="50800" bIns="50800" anchor="ctr" anchorCtr="0">
              <a:noAutofit/>
            </a:bodyPr>
            <a:lstStyle/>
            <a:p>
              <a:pPr marL="0" marR="0" lvl="0" indent="0" algn="ctr" rtl="0">
                <a:lnSpc>
                  <a:spcPct val="140014"/>
                </a:lnSpc>
                <a:spcBef>
                  <a:spcPts val="0"/>
                </a:spcBef>
                <a:spcAft>
                  <a:spcPts val="0"/>
                </a:spcAft>
                <a:buNone/>
              </a:pPr>
              <a:r>
                <a:rPr lang="en-US" sz="2699">
                  <a:solidFill>
                    <a:srgbClr val="FFFEFE"/>
                  </a:solidFill>
                  <a:latin typeface="Arial"/>
                  <a:ea typeface="Arial"/>
                  <a:cs typeface="Arial"/>
                  <a:sym typeface="Arial"/>
                </a:rPr>
                <a:t>3</a:t>
              </a:r>
              <a:endParaRPr/>
            </a:p>
          </p:txBody>
        </p:sp>
      </p:grpSp>
      <p:grpSp>
        <p:nvGrpSpPr>
          <p:cNvPr id="173" name="Google Shape;173;p16"/>
          <p:cNvGrpSpPr/>
          <p:nvPr/>
        </p:nvGrpSpPr>
        <p:grpSpPr>
          <a:xfrm>
            <a:off x="951509" y="4428296"/>
            <a:ext cx="508158" cy="543805"/>
            <a:chOff x="0" y="0"/>
            <a:chExt cx="812800" cy="869819"/>
          </a:xfrm>
        </p:grpSpPr>
        <p:sp>
          <p:nvSpPr>
            <p:cNvPr id="174" name="Google Shape;174;p16"/>
            <p:cNvSpPr/>
            <p:nvPr/>
          </p:nvSpPr>
          <p:spPr>
            <a:xfrm>
              <a:off x="0" y="0"/>
              <a:ext cx="812800" cy="869819"/>
            </a:xfrm>
            <a:custGeom>
              <a:avLst/>
              <a:gdLst/>
              <a:ahLst/>
              <a:cxnLst/>
              <a:rect l="l" t="t" r="r" b="b"/>
              <a:pathLst>
                <a:path w="812800" h="869819" extrusionOk="0">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cmpd="sng">
              <a:solidFill>
                <a:srgbClr val="FD6220"/>
              </a:solidFill>
              <a:prstDash val="solid"/>
              <a:miter lim="8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5" name="Google Shape;175;p16"/>
            <p:cNvSpPr txBox="1"/>
            <p:nvPr/>
          </p:nvSpPr>
          <p:spPr>
            <a:xfrm>
              <a:off x="76200" y="52970"/>
              <a:ext cx="660400" cy="735303"/>
            </a:xfrm>
            <a:prstGeom prst="rect">
              <a:avLst/>
            </a:prstGeom>
            <a:noFill/>
            <a:ln>
              <a:noFill/>
            </a:ln>
          </p:spPr>
          <p:txBody>
            <a:bodyPr spcFirstLastPara="1" wrap="square" lIns="50800" tIns="50800" rIns="50800" bIns="50800" anchor="ctr" anchorCtr="0">
              <a:noAutofit/>
            </a:bodyPr>
            <a:lstStyle/>
            <a:p>
              <a:pPr marL="0" marR="0" lvl="0" indent="0" algn="ctr" rtl="0">
                <a:lnSpc>
                  <a:spcPct val="140000"/>
                </a:lnSpc>
                <a:spcBef>
                  <a:spcPts val="0"/>
                </a:spcBef>
                <a:spcAft>
                  <a:spcPts val="0"/>
                </a:spcAft>
                <a:buNone/>
              </a:pPr>
              <a:r>
                <a:rPr lang="en-US" sz="1700">
                  <a:solidFill>
                    <a:srgbClr val="191919"/>
                  </a:solidFill>
                  <a:latin typeface="Arial"/>
                  <a:ea typeface="Arial"/>
                  <a:cs typeface="Arial"/>
                  <a:sym typeface="Arial"/>
                </a:rPr>
                <a:t>4</a:t>
              </a:r>
              <a:endParaRPr/>
            </a:p>
          </p:txBody>
        </p:sp>
      </p:grpSp>
      <p:grpSp>
        <p:nvGrpSpPr>
          <p:cNvPr id="176" name="Google Shape;176;p16"/>
          <p:cNvGrpSpPr/>
          <p:nvPr/>
        </p:nvGrpSpPr>
        <p:grpSpPr>
          <a:xfrm>
            <a:off x="951509" y="1982349"/>
            <a:ext cx="508158" cy="543805"/>
            <a:chOff x="0" y="0"/>
            <a:chExt cx="812800" cy="869819"/>
          </a:xfrm>
        </p:grpSpPr>
        <p:sp>
          <p:nvSpPr>
            <p:cNvPr id="177" name="Google Shape;177;p16"/>
            <p:cNvSpPr/>
            <p:nvPr/>
          </p:nvSpPr>
          <p:spPr>
            <a:xfrm>
              <a:off x="0" y="0"/>
              <a:ext cx="812800" cy="869819"/>
            </a:xfrm>
            <a:custGeom>
              <a:avLst/>
              <a:gdLst/>
              <a:ahLst/>
              <a:cxnLst/>
              <a:rect l="l" t="t" r="r" b="b"/>
              <a:pathLst>
                <a:path w="812800" h="869819" extrusionOk="0">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cmpd="sng">
              <a:solidFill>
                <a:srgbClr val="FD6220"/>
              </a:solidFill>
              <a:prstDash val="solid"/>
              <a:miter lim="8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8" name="Google Shape;178;p16"/>
            <p:cNvSpPr txBox="1"/>
            <p:nvPr/>
          </p:nvSpPr>
          <p:spPr>
            <a:xfrm>
              <a:off x="76200" y="52970"/>
              <a:ext cx="660400" cy="735303"/>
            </a:xfrm>
            <a:prstGeom prst="rect">
              <a:avLst/>
            </a:prstGeom>
            <a:noFill/>
            <a:ln>
              <a:noFill/>
            </a:ln>
          </p:spPr>
          <p:txBody>
            <a:bodyPr spcFirstLastPara="1" wrap="square" lIns="50800" tIns="50800" rIns="50800" bIns="50800" anchor="ctr" anchorCtr="0">
              <a:noAutofit/>
            </a:bodyPr>
            <a:lstStyle/>
            <a:p>
              <a:pPr marL="0" marR="0" lvl="0" indent="0" algn="ctr" rtl="0">
                <a:lnSpc>
                  <a:spcPct val="140000"/>
                </a:lnSpc>
                <a:spcBef>
                  <a:spcPts val="0"/>
                </a:spcBef>
                <a:spcAft>
                  <a:spcPts val="0"/>
                </a:spcAft>
                <a:buNone/>
              </a:pPr>
              <a:r>
                <a:rPr lang="en-US" sz="1700">
                  <a:solidFill>
                    <a:srgbClr val="191919"/>
                  </a:solidFill>
                  <a:latin typeface="Arial"/>
                  <a:ea typeface="Arial"/>
                  <a:cs typeface="Arial"/>
                  <a:sym typeface="Arial"/>
                </a:rPr>
                <a:t>1</a:t>
              </a:r>
              <a:endParaRPr/>
            </a:p>
          </p:txBody>
        </p:sp>
      </p:grpSp>
      <p:grpSp>
        <p:nvGrpSpPr>
          <p:cNvPr id="179" name="Google Shape;179;p16"/>
          <p:cNvGrpSpPr/>
          <p:nvPr/>
        </p:nvGrpSpPr>
        <p:grpSpPr>
          <a:xfrm>
            <a:off x="951509" y="5094059"/>
            <a:ext cx="508158" cy="543805"/>
            <a:chOff x="0" y="0"/>
            <a:chExt cx="812800" cy="869819"/>
          </a:xfrm>
        </p:grpSpPr>
        <p:sp>
          <p:nvSpPr>
            <p:cNvPr id="180" name="Google Shape;180;p16"/>
            <p:cNvSpPr/>
            <p:nvPr/>
          </p:nvSpPr>
          <p:spPr>
            <a:xfrm>
              <a:off x="0" y="0"/>
              <a:ext cx="812800" cy="869819"/>
            </a:xfrm>
            <a:custGeom>
              <a:avLst/>
              <a:gdLst/>
              <a:ahLst/>
              <a:cxnLst/>
              <a:rect l="l" t="t" r="r" b="b"/>
              <a:pathLst>
                <a:path w="812800" h="869819" extrusionOk="0">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cmpd="sng">
              <a:solidFill>
                <a:srgbClr val="FD6220"/>
              </a:solidFill>
              <a:prstDash val="solid"/>
              <a:miter lim="8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1" name="Google Shape;181;p16"/>
            <p:cNvSpPr txBox="1"/>
            <p:nvPr/>
          </p:nvSpPr>
          <p:spPr>
            <a:xfrm>
              <a:off x="76200" y="52970"/>
              <a:ext cx="660400" cy="735303"/>
            </a:xfrm>
            <a:prstGeom prst="rect">
              <a:avLst/>
            </a:prstGeom>
            <a:noFill/>
            <a:ln>
              <a:noFill/>
            </a:ln>
          </p:spPr>
          <p:txBody>
            <a:bodyPr spcFirstLastPara="1" wrap="square" lIns="50800" tIns="50800" rIns="50800" bIns="50800" anchor="ctr" anchorCtr="0">
              <a:noAutofit/>
            </a:bodyPr>
            <a:lstStyle/>
            <a:p>
              <a:pPr marL="0" marR="0" lvl="0" indent="0" algn="ctr" rtl="0">
                <a:lnSpc>
                  <a:spcPct val="140000"/>
                </a:lnSpc>
                <a:spcBef>
                  <a:spcPts val="0"/>
                </a:spcBef>
                <a:spcAft>
                  <a:spcPts val="0"/>
                </a:spcAft>
                <a:buNone/>
              </a:pPr>
              <a:r>
                <a:rPr lang="en-US" sz="1700">
                  <a:solidFill>
                    <a:srgbClr val="191919"/>
                  </a:solidFill>
                  <a:latin typeface="Arial"/>
                  <a:ea typeface="Arial"/>
                  <a:cs typeface="Arial"/>
                  <a:sym typeface="Arial"/>
                </a:rPr>
                <a:t>5</a:t>
              </a:r>
              <a:endParaRPr/>
            </a:p>
          </p:txBody>
        </p:sp>
      </p:grpSp>
      <p:grpSp>
        <p:nvGrpSpPr>
          <p:cNvPr id="182" name="Google Shape;182;p16"/>
          <p:cNvGrpSpPr/>
          <p:nvPr/>
        </p:nvGrpSpPr>
        <p:grpSpPr>
          <a:xfrm>
            <a:off x="951509" y="2648112"/>
            <a:ext cx="508158" cy="543805"/>
            <a:chOff x="0" y="0"/>
            <a:chExt cx="812800" cy="869819"/>
          </a:xfrm>
        </p:grpSpPr>
        <p:sp>
          <p:nvSpPr>
            <p:cNvPr id="183" name="Google Shape;183;p16"/>
            <p:cNvSpPr/>
            <p:nvPr/>
          </p:nvSpPr>
          <p:spPr>
            <a:xfrm>
              <a:off x="0" y="0"/>
              <a:ext cx="812800" cy="869819"/>
            </a:xfrm>
            <a:custGeom>
              <a:avLst/>
              <a:gdLst/>
              <a:ahLst/>
              <a:cxnLst/>
              <a:rect l="l" t="t" r="r" b="b"/>
              <a:pathLst>
                <a:path w="812800" h="869819" extrusionOk="0">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cmpd="sng">
              <a:solidFill>
                <a:srgbClr val="FD6220"/>
              </a:solidFill>
              <a:prstDash val="solid"/>
              <a:miter lim="8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4" name="Google Shape;184;p16"/>
            <p:cNvSpPr txBox="1"/>
            <p:nvPr/>
          </p:nvSpPr>
          <p:spPr>
            <a:xfrm>
              <a:off x="76200" y="52970"/>
              <a:ext cx="660400" cy="735303"/>
            </a:xfrm>
            <a:prstGeom prst="rect">
              <a:avLst/>
            </a:prstGeom>
            <a:noFill/>
            <a:ln>
              <a:noFill/>
            </a:ln>
          </p:spPr>
          <p:txBody>
            <a:bodyPr spcFirstLastPara="1" wrap="square" lIns="50800" tIns="50800" rIns="50800" bIns="50800" anchor="ctr" anchorCtr="0">
              <a:noAutofit/>
            </a:bodyPr>
            <a:lstStyle/>
            <a:p>
              <a:pPr marL="0" marR="0" lvl="0" indent="0" algn="ctr" rtl="0">
                <a:lnSpc>
                  <a:spcPct val="140000"/>
                </a:lnSpc>
                <a:spcBef>
                  <a:spcPts val="0"/>
                </a:spcBef>
                <a:spcAft>
                  <a:spcPts val="0"/>
                </a:spcAft>
                <a:buNone/>
              </a:pPr>
              <a:r>
                <a:rPr lang="en-US" sz="1700">
                  <a:solidFill>
                    <a:srgbClr val="191919"/>
                  </a:solidFill>
                  <a:latin typeface="Arial"/>
                  <a:ea typeface="Arial"/>
                  <a:cs typeface="Arial"/>
                  <a:sym typeface="Arial"/>
                </a:rPr>
                <a:t>2</a:t>
              </a:r>
              <a:endParaRPr/>
            </a:p>
          </p:txBody>
        </p:sp>
      </p:grpSp>
      <p:grpSp>
        <p:nvGrpSpPr>
          <p:cNvPr id="185" name="Google Shape;185;p16"/>
          <p:cNvGrpSpPr/>
          <p:nvPr/>
        </p:nvGrpSpPr>
        <p:grpSpPr>
          <a:xfrm>
            <a:off x="951509" y="6425585"/>
            <a:ext cx="508158" cy="543805"/>
            <a:chOff x="0" y="0"/>
            <a:chExt cx="812800" cy="869819"/>
          </a:xfrm>
        </p:grpSpPr>
        <p:sp>
          <p:nvSpPr>
            <p:cNvPr id="186" name="Google Shape;186;p16"/>
            <p:cNvSpPr/>
            <p:nvPr/>
          </p:nvSpPr>
          <p:spPr>
            <a:xfrm>
              <a:off x="0" y="0"/>
              <a:ext cx="812800" cy="869819"/>
            </a:xfrm>
            <a:custGeom>
              <a:avLst/>
              <a:gdLst/>
              <a:ahLst/>
              <a:cxnLst/>
              <a:rect l="l" t="t" r="r" b="b"/>
              <a:pathLst>
                <a:path w="812800" h="869819" extrusionOk="0">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cmpd="sng">
              <a:solidFill>
                <a:srgbClr val="FD6220"/>
              </a:solidFill>
              <a:prstDash val="solid"/>
              <a:miter lim="8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7" name="Google Shape;187;p16"/>
            <p:cNvSpPr txBox="1"/>
            <p:nvPr/>
          </p:nvSpPr>
          <p:spPr>
            <a:xfrm>
              <a:off x="76200" y="52970"/>
              <a:ext cx="660400" cy="735303"/>
            </a:xfrm>
            <a:prstGeom prst="rect">
              <a:avLst/>
            </a:prstGeom>
            <a:noFill/>
            <a:ln>
              <a:noFill/>
            </a:ln>
          </p:spPr>
          <p:txBody>
            <a:bodyPr spcFirstLastPara="1" wrap="square" lIns="50800" tIns="50800" rIns="50800" bIns="50800" anchor="ctr" anchorCtr="0">
              <a:noAutofit/>
            </a:bodyPr>
            <a:lstStyle/>
            <a:p>
              <a:pPr marL="0" marR="0" lvl="0" indent="0" algn="ctr" rtl="0">
                <a:lnSpc>
                  <a:spcPct val="140000"/>
                </a:lnSpc>
                <a:spcBef>
                  <a:spcPts val="0"/>
                </a:spcBef>
                <a:spcAft>
                  <a:spcPts val="0"/>
                </a:spcAft>
                <a:buNone/>
              </a:pPr>
              <a:r>
                <a:rPr lang="en-US" sz="1700">
                  <a:solidFill>
                    <a:srgbClr val="191919"/>
                  </a:solidFill>
                  <a:latin typeface="Arial"/>
                  <a:ea typeface="Arial"/>
                  <a:cs typeface="Arial"/>
                  <a:sym typeface="Arial"/>
                </a:rPr>
                <a:t>7</a:t>
              </a:r>
              <a:endParaRPr/>
            </a:p>
          </p:txBody>
        </p:sp>
      </p:grpSp>
      <p:grpSp>
        <p:nvGrpSpPr>
          <p:cNvPr id="188" name="Google Shape;188;p16"/>
          <p:cNvGrpSpPr/>
          <p:nvPr/>
        </p:nvGrpSpPr>
        <p:grpSpPr>
          <a:xfrm>
            <a:off x="951509" y="5759822"/>
            <a:ext cx="508158" cy="543805"/>
            <a:chOff x="0" y="0"/>
            <a:chExt cx="812800" cy="869819"/>
          </a:xfrm>
        </p:grpSpPr>
        <p:sp>
          <p:nvSpPr>
            <p:cNvPr id="189" name="Google Shape;189;p16"/>
            <p:cNvSpPr/>
            <p:nvPr/>
          </p:nvSpPr>
          <p:spPr>
            <a:xfrm>
              <a:off x="0" y="0"/>
              <a:ext cx="812800" cy="869819"/>
            </a:xfrm>
            <a:custGeom>
              <a:avLst/>
              <a:gdLst/>
              <a:ahLst/>
              <a:cxnLst/>
              <a:rect l="l" t="t" r="r" b="b"/>
              <a:pathLst>
                <a:path w="812800" h="869819" extrusionOk="0">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cmpd="sng">
              <a:solidFill>
                <a:srgbClr val="FD6220"/>
              </a:solidFill>
              <a:prstDash val="solid"/>
              <a:miter lim="8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0" name="Google Shape;190;p16"/>
            <p:cNvSpPr txBox="1"/>
            <p:nvPr/>
          </p:nvSpPr>
          <p:spPr>
            <a:xfrm>
              <a:off x="76200" y="52970"/>
              <a:ext cx="660400" cy="735303"/>
            </a:xfrm>
            <a:prstGeom prst="rect">
              <a:avLst/>
            </a:prstGeom>
            <a:noFill/>
            <a:ln>
              <a:noFill/>
            </a:ln>
          </p:spPr>
          <p:txBody>
            <a:bodyPr spcFirstLastPara="1" wrap="square" lIns="50800" tIns="50800" rIns="50800" bIns="50800" anchor="ctr" anchorCtr="0">
              <a:noAutofit/>
            </a:bodyPr>
            <a:lstStyle/>
            <a:p>
              <a:pPr marL="0" marR="0" lvl="0" indent="0" algn="ctr" rtl="0">
                <a:lnSpc>
                  <a:spcPct val="140000"/>
                </a:lnSpc>
                <a:spcBef>
                  <a:spcPts val="0"/>
                </a:spcBef>
                <a:spcAft>
                  <a:spcPts val="0"/>
                </a:spcAft>
                <a:buNone/>
              </a:pPr>
              <a:r>
                <a:rPr lang="en-US" sz="1700">
                  <a:solidFill>
                    <a:srgbClr val="191919"/>
                  </a:solidFill>
                  <a:latin typeface="Arial"/>
                  <a:ea typeface="Arial"/>
                  <a:cs typeface="Arial"/>
                  <a:sym typeface="Arial"/>
                </a:rPr>
                <a:t>6</a:t>
              </a:r>
              <a:endParaRPr/>
            </a:p>
          </p:txBody>
        </p:sp>
      </p:grpSp>
      <p:grpSp>
        <p:nvGrpSpPr>
          <p:cNvPr id="191" name="Google Shape;191;p16"/>
          <p:cNvGrpSpPr/>
          <p:nvPr/>
        </p:nvGrpSpPr>
        <p:grpSpPr>
          <a:xfrm>
            <a:off x="951509" y="7093216"/>
            <a:ext cx="508158" cy="543805"/>
            <a:chOff x="0" y="0"/>
            <a:chExt cx="812800" cy="869819"/>
          </a:xfrm>
        </p:grpSpPr>
        <p:sp>
          <p:nvSpPr>
            <p:cNvPr id="192" name="Google Shape;192;p16"/>
            <p:cNvSpPr/>
            <p:nvPr/>
          </p:nvSpPr>
          <p:spPr>
            <a:xfrm>
              <a:off x="0" y="0"/>
              <a:ext cx="812800" cy="869819"/>
            </a:xfrm>
            <a:custGeom>
              <a:avLst/>
              <a:gdLst/>
              <a:ahLst/>
              <a:cxnLst/>
              <a:rect l="l" t="t" r="r" b="b"/>
              <a:pathLst>
                <a:path w="812800" h="869819" extrusionOk="0">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cmpd="sng">
              <a:solidFill>
                <a:srgbClr val="FD6220"/>
              </a:solidFill>
              <a:prstDash val="solid"/>
              <a:miter lim="8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3" name="Google Shape;193;p16"/>
            <p:cNvSpPr txBox="1"/>
            <p:nvPr/>
          </p:nvSpPr>
          <p:spPr>
            <a:xfrm>
              <a:off x="76200" y="52970"/>
              <a:ext cx="660400" cy="735303"/>
            </a:xfrm>
            <a:prstGeom prst="rect">
              <a:avLst/>
            </a:prstGeom>
            <a:noFill/>
            <a:ln>
              <a:noFill/>
            </a:ln>
          </p:spPr>
          <p:txBody>
            <a:bodyPr spcFirstLastPara="1" wrap="square" lIns="50800" tIns="50800" rIns="50800" bIns="50800" anchor="ctr" anchorCtr="0">
              <a:noAutofit/>
            </a:bodyPr>
            <a:lstStyle/>
            <a:p>
              <a:pPr marL="0" marR="0" lvl="0" indent="0" algn="ctr" rtl="0">
                <a:lnSpc>
                  <a:spcPct val="140000"/>
                </a:lnSpc>
                <a:spcBef>
                  <a:spcPts val="0"/>
                </a:spcBef>
                <a:spcAft>
                  <a:spcPts val="0"/>
                </a:spcAft>
                <a:buNone/>
              </a:pPr>
              <a:r>
                <a:rPr lang="en-US" sz="1700">
                  <a:solidFill>
                    <a:srgbClr val="191919"/>
                  </a:solidFill>
                  <a:latin typeface="Arial"/>
                  <a:ea typeface="Arial"/>
                  <a:cs typeface="Arial"/>
                  <a:sym typeface="Arial"/>
                </a:rPr>
                <a:t>8</a:t>
              </a:r>
              <a:endParaRPr/>
            </a:p>
          </p:txBody>
        </p:sp>
      </p:grpSp>
      <p:grpSp>
        <p:nvGrpSpPr>
          <p:cNvPr id="194" name="Google Shape;194;p16"/>
          <p:cNvGrpSpPr/>
          <p:nvPr/>
        </p:nvGrpSpPr>
        <p:grpSpPr>
          <a:xfrm>
            <a:off x="951509" y="7760846"/>
            <a:ext cx="508158" cy="543805"/>
            <a:chOff x="0" y="0"/>
            <a:chExt cx="812800" cy="869819"/>
          </a:xfrm>
        </p:grpSpPr>
        <p:sp>
          <p:nvSpPr>
            <p:cNvPr id="195" name="Google Shape;195;p16"/>
            <p:cNvSpPr/>
            <p:nvPr/>
          </p:nvSpPr>
          <p:spPr>
            <a:xfrm>
              <a:off x="0" y="0"/>
              <a:ext cx="812800" cy="869819"/>
            </a:xfrm>
            <a:custGeom>
              <a:avLst/>
              <a:gdLst/>
              <a:ahLst/>
              <a:cxnLst/>
              <a:rect l="l" t="t" r="r" b="b"/>
              <a:pathLst>
                <a:path w="812800" h="869819" extrusionOk="0">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cmpd="sng">
              <a:solidFill>
                <a:srgbClr val="FD6220"/>
              </a:solidFill>
              <a:prstDash val="solid"/>
              <a:miter lim="8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6" name="Google Shape;196;p16"/>
            <p:cNvSpPr txBox="1"/>
            <p:nvPr/>
          </p:nvSpPr>
          <p:spPr>
            <a:xfrm>
              <a:off x="76200" y="52970"/>
              <a:ext cx="660400" cy="735303"/>
            </a:xfrm>
            <a:prstGeom prst="rect">
              <a:avLst/>
            </a:prstGeom>
            <a:noFill/>
            <a:ln>
              <a:noFill/>
            </a:ln>
          </p:spPr>
          <p:txBody>
            <a:bodyPr spcFirstLastPara="1" wrap="square" lIns="50800" tIns="50800" rIns="50800" bIns="50800" anchor="ctr" anchorCtr="0">
              <a:noAutofit/>
            </a:bodyPr>
            <a:lstStyle/>
            <a:p>
              <a:pPr marL="0" marR="0" lvl="0" indent="0" algn="ctr" rtl="0">
                <a:lnSpc>
                  <a:spcPct val="140000"/>
                </a:lnSpc>
                <a:spcBef>
                  <a:spcPts val="0"/>
                </a:spcBef>
                <a:spcAft>
                  <a:spcPts val="0"/>
                </a:spcAft>
                <a:buNone/>
              </a:pPr>
              <a:r>
                <a:rPr lang="en-US" sz="1700">
                  <a:solidFill>
                    <a:srgbClr val="191919"/>
                  </a:solidFill>
                  <a:latin typeface="Arial"/>
                  <a:ea typeface="Arial"/>
                  <a:cs typeface="Arial"/>
                  <a:sym typeface="Arial"/>
                </a:rPr>
                <a:t>9</a:t>
              </a:r>
              <a:endParaRPr/>
            </a:p>
          </p:txBody>
        </p:sp>
      </p:grpSp>
      <p:sp>
        <p:nvSpPr>
          <p:cNvPr id="197" name="Google Shape;197;p16"/>
          <p:cNvSpPr txBox="1"/>
          <p:nvPr/>
        </p:nvSpPr>
        <p:spPr>
          <a:xfrm>
            <a:off x="152400" y="342900"/>
            <a:ext cx="17907000" cy="830997"/>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4800" b="1">
                <a:solidFill>
                  <a:srgbClr val="0033CC"/>
                </a:solidFill>
                <a:latin typeface="Times New Roman"/>
                <a:ea typeface="Times New Roman"/>
                <a:cs typeface="Times New Roman"/>
                <a:sym typeface="Times New Roman"/>
              </a:rPr>
              <a:t>OBJECTIVE(S)</a:t>
            </a:r>
            <a:endParaRPr sz="4800" b="1">
              <a:solidFill>
                <a:srgbClr val="0033CC"/>
              </a:solidFill>
              <a:latin typeface="Times New Roman"/>
              <a:ea typeface="Times New Roman"/>
              <a:cs typeface="Times New Roman"/>
              <a:sym typeface="Times New Roman"/>
            </a:endParaRPr>
          </a:p>
        </p:txBody>
      </p:sp>
      <p:sp>
        <p:nvSpPr>
          <p:cNvPr id="198" name="Google Shape;198;p16"/>
          <p:cNvSpPr/>
          <p:nvPr/>
        </p:nvSpPr>
        <p:spPr>
          <a:xfrm>
            <a:off x="16313420" y="910465"/>
            <a:ext cx="945880" cy="236470"/>
          </a:xfrm>
          <a:custGeom>
            <a:avLst/>
            <a:gdLst/>
            <a:ahLst/>
            <a:cxnLst/>
            <a:rect l="l" t="t" r="r" b="b"/>
            <a:pathLst>
              <a:path w="945880" h="236470" extrusionOk="0">
                <a:moveTo>
                  <a:pt x="0" y="0"/>
                </a:moveTo>
                <a:lnTo>
                  <a:pt x="945880" y="0"/>
                </a:lnTo>
                <a:lnTo>
                  <a:pt x="945880" y="236470"/>
                </a:lnTo>
                <a:lnTo>
                  <a:pt x="0" y="236470"/>
                </a:lnTo>
                <a:lnTo>
                  <a:pt x="0" y="0"/>
                </a:lnTo>
                <a:close/>
              </a:path>
            </a:pathLst>
          </a:custGeom>
          <a:noFill/>
          <a:ln>
            <a:noFill/>
          </a:ln>
        </p:spPr>
      </p:sp>
      <p:sp>
        <p:nvSpPr>
          <p:cNvPr id="199" name="Google Shape;199;p16"/>
          <p:cNvSpPr txBox="1"/>
          <p:nvPr/>
        </p:nvSpPr>
        <p:spPr>
          <a:xfrm>
            <a:off x="2254166" y="2416403"/>
            <a:ext cx="15082325" cy="2677656"/>
          </a:xfrm>
          <a:prstGeom prst="rect">
            <a:avLst/>
          </a:prstGeom>
          <a:noFill/>
          <a:ln>
            <a:noFill/>
          </a:ln>
        </p:spPr>
        <p:txBody>
          <a:bodyPr spcFirstLastPara="1" wrap="square" lIns="91425" tIns="45700" rIns="91425" bIns="45700" anchor="t" anchorCtr="0">
            <a:spAutoFit/>
          </a:bodyPr>
          <a:lstStyle/>
          <a:p>
            <a:pPr marL="457200" marR="0" lvl="0" indent="-457200" algn="l" rtl="0">
              <a:spcBef>
                <a:spcPts val="0"/>
              </a:spcBef>
              <a:spcAft>
                <a:spcPts val="0"/>
              </a:spcAft>
              <a:buClr>
                <a:schemeClr val="dk1"/>
              </a:buClr>
              <a:buSzPts val="2800"/>
              <a:buFont typeface="Calibri"/>
              <a:buChar char="-"/>
            </a:pPr>
            <a:r>
              <a:rPr lang="en-US" sz="2800" dirty="0">
                <a:solidFill>
                  <a:schemeClr val="dk1"/>
                </a:solidFill>
                <a:latin typeface="Calibri"/>
                <a:ea typeface="Calibri"/>
                <a:cs typeface="Calibri"/>
                <a:sym typeface="Calibri"/>
              </a:rPr>
              <a:t>To design and develop a full-stack </a:t>
            </a:r>
            <a:r>
              <a:rPr lang="en-US" sz="2800" b="1" dirty="0">
                <a:solidFill>
                  <a:schemeClr val="dk1"/>
                </a:solidFill>
                <a:latin typeface="Calibri"/>
                <a:ea typeface="Calibri"/>
                <a:cs typeface="Calibri"/>
                <a:sym typeface="Calibri"/>
              </a:rPr>
              <a:t>Spring Boot</a:t>
            </a:r>
            <a:r>
              <a:rPr lang="en-US" sz="2800" dirty="0">
                <a:solidFill>
                  <a:schemeClr val="dk1"/>
                </a:solidFill>
                <a:latin typeface="Calibri"/>
                <a:ea typeface="Calibri"/>
                <a:cs typeface="Calibri"/>
                <a:sym typeface="Calibri"/>
              </a:rPr>
              <a:t> application that centralizes student study resources through a subject-linked document management system.</a:t>
            </a:r>
            <a:endParaRPr dirty="0"/>
          </a:p>
          <a:p>
            <a:pPr marL="457200" marR="0" lvl="0" indent="-279400" algn="l" rtl="0">
              <a:spcBef>
                <a:spcPts val="0"/>
              </a:spcBef>
              <a:spcAft>
                <a:spcPts val="0"/>
              </a:spcAft>
              <a:buClr>
                <a:schemeClr val="dk1"/>
              </a:buClr>
              <a:buSzPts val="2800"/>
              <a:buFont typeface="Calibri"/>
              <a:buNone/>
            </a:pPr>
            <a:endParaRPr sz="2800" dirty="0">
              <a:solidFill>
                <a:schemeClr val="dk1"/>
              </a:solidFill>
              <a:latin typeface="Calibri"/>
              <a:ea typeface="Calibri"/>
              <a:cs typeface="Calibri"/>
              <a:sym typeface="Calibri"/>
            </a:endParaRPr>
          </a:p>
          <a:p>
            <a:pPr marL="457200" marR="0" lvl="0" indent="-457200" algn="l" rtl="0">
              <a:spcBef>
                <a:spcPts val="0"/>
              </a:spcBef>
              <a:spcAft>
                <a:spcPts val="0"/>
              </a:spcAft>
              <a:buClr>
                <a:schemeClr val="dk1"/>
              </a:buClr>
              <a:buSzPts val="2800"/>
              <a:buFont typeface="Calibri"/>
              <a:buChar char="-"/>
            </a:pPr>
            <a:r>
              <a:rPr lang="en-US" sz="2800" dirty="0">
                <a:solidFill>
                  <a:schemeClr val="dk1"/>
                </a:solidFill>
                <a:latin typeface="Calibri"/>
                <a:ea typeface="Calibri"/>
                <a:cs typeface="Calibri"/>
                <a:sym typeface="Calibri"/>
              </a:rPr>
              <a:t>To implement an interactive </a:t>
            </a:r>
            <a:r>
              <a:rPr lang="en-US" sz="2800" b="1" dirty="0">
                <a:solidFill>
                  <a:schemeClr val="dk1"/>
                </a:solidFill>
                <a:latin typeface="Calibri"/>
                <a:ea typeface="Calibri"/>
                <a:cs typeface="Calibri"/>
                <a:sym typeface="Calibri"/>
              </a:rPr>
              <a:t>Study Board</a:t>
            </a:r>
            <a:r>
              <a:rPr lang="en-US" sz="2800" dirty="0">
                <a:solidFill>
                  <a:schemeClr val="dk1"/>
                </a:solidFill>
                <a:latin typeface="Calibri"/>
                <a:ea typeface="Calibri"/>
                <a:cs typeface="Calibri"/>
                <a:sym typeface="Calibri"/>
              </a:rPr>
              <a:t> with visual revision cards and automated task reminders to improve academic productivity and exam preparation</a:t>
            </a:r>
            <a:endParaRPr dirty="0"/>
          </a:p>
          <a:p>
            <a:pPr marL="457200" marR="0" lvl="0" indent="-279400" algn="l" rtl="0">
              <a:spcBef>
                <a:spcPts val="0"/>
              </a:spcBef>
              <a:spcAft>
                <a:spcPts val="0"/>
              </a:spcAft>
              <a:buClr>
                <a:schemeClr val="dk1"/>
              </a:buClr>
              <a:buSzPts val="2800"/>
              <a:buFont typeface="Calibri"/>
              <a:buNone/>
            </a:pPr>
            <a:endParaRPr sz="2800" dirty="0">
              <a:solidFill>
                <a:schemeClr val="dk1"/>
              </a:solidFill>
              <a:latin typeface="Calibri"/>
              <a:ea typeface="Calibri"/>
              <a:cs typeface="Calibri"/>
              <a:sym typeface="Calibri"/>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Shape 203"/>
        <p:cNvGrpSpPr/>
        <p:nvPr/>
      </p:nvGrpSpPr>
      <p:grpSpPr>
        <a:xfrm>
          <a:off x="0" y="0"/>
          <a:ext cx="0" cy="0"/>
          <a:chOff x="0" y="0"/>
          <a:chExt cx="0" cy="0"/>
        </a:xfrm>
      </p:grpSpPr>
      <p:grpSp>
        <p:nvGrpSpPr>
          <p:cNvPr id="204" name="Google Shape;204;p17"/>
          <p:cNvGrpSpPr/>
          <p:nvPr/>
        </p:nvGrpSpPr>
        <p:grpSpPr>
          <a:xfrm>
            <a:off x="709357" y="3983373"/>
            <a:ext cx="992463" cy="992463"/>
            <a:chOff x="0" y="0"/>
            <a:chExt cx="812800" cy="812800"/>
          </a:xfrm>
        </p:grpSpPr>
        <p:sp>
          <p:nvSpPr>
            <p:cNvPr id="205" name="Google Shape;205;p17"/>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6" name="Google Shape;206;p17"/>
            <p:cNvSpPr txBox="1"/>
            <p:nvPr/>
          </p:nvSpPr>
          <p:spPr>
            <a:xfrm>
              <a:off x="76200" y="19050"/>
              <a:ext cx="660400" cy="717550"/>
            </a:xfrm>
            <a:prstGeom prst="rect">
              <a:avLst/>
            </a:prstGeom>
            <a:noFill/>
            <a:ln>
              <a:noFill/>
            </a:ln>
          </p:spPr>
          <p:txBody>
            <a:bodyPr spcFirstLastPara="1" wrap="square" lIns="50800" tIns="50800" rIns="50800" bIns="50800" anchor="ctr" anchorCtr="0">
              <a:noAutofit/>
            </a:bodyPr>
            <a:lstStyle/>
            <a:p>
              <a:pPr marL="0" marR="0" lvl="0" indent="0" algn="ctr" rtl="0">
                <a:lnSpc>
                  <a:spcPct val="140014"/>
                </a:lnSpc>
                <a:spcBef>
                  <a:spcPts val="0"/>
                </a:spcBef>
                <a:spcAft>
                  <a:spcPts val="0"/>
                </a:spcAft>
                <a:buNone/>
              </a:pPr>
              <a:r>
                <a:rPr lang="en-US" sz="2699">
                  <a:solidFill>
                    <a:srgbClr val="FFFEFE"/>
                  </a:solidFill>
                  <a:latin typeface="Arial"/>
                  <a:ea typeface="Arial"/>
                  <a:cs typeface="Arial"/>
                  <a:sym typeface="Arial"/>
                </a:rPr>
                <a:t>4</a:t>
              </a:r>
              <a:endParaRPr/>
            </a:p>
          </p:txBody>
        </p:sp>
      </p:grpSp>
      <p:grpSp>
        <p:nvGrpSpPr>
          <p:cNvPr id="207" name="Google Shape;207;p17"/>
          <p:cNvGrpSpPr/>
          <p:nvPr/>
        </p:nvGrpSpPr>
        <p:grpSpPr>
          <a:xfrm>
            <a:off x="951509" y="3315742"/>
            <a:ext cx="508158" cy="543805"/>
            <a:chOff x="0" y="0"/>
            <a:chExt cx="812800" cy="869819"/>
          </a:xfrm>
        </p:grpSpPr>
        <p:sp>
          <p:nvSpPr>
            <p:cNvPr id="208" name="Google Shape;208;p17"/>
            <p:cNvSpPr/>
            <p:nvPr/>
          </p:nvSpPr>
          <p:spPr>
            <a:xfrm>
              <a:off x="0" y="0"/>
              <a:ext cx="812800" cy="869819"/>
            </a:xfrm>
            <a:custGeom>
              <a:avLst/>
              <a:gdLst/>
              <a:ahLst/>
              <a:cxnLst/>
              <a:rect l="l" t="t" r="r" b="b"/>
              <a:pathLst>
                <a:path w="812800" h="869819" extrusionOk="0">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cmpd="sng">
              <a:solidFill>
                <a:srgbClr val="FD6220"/>
              </a:solidFill>
              <a:prstDash val="solid"/>
              <a:miter lim="8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9" name="Google Shape;209;p17"/>
            <p:cNvSpPr txBox="1"/>
            <p:nvPr/>
          </p:nvSpPr>
          <p:spPr>
            <a:xfrm>
              <a:off x="76200" y="52970"/>
              <a:ext cx="660400" cy="735303"/>
            </a:xfrm>
            <a:prstGeom prst="rect">
              <a:avLst/>
            </a:prstGeom>
            <a:noFill/>
            <a:ln>
              <a:noFill/>
            </a:ln>
          </p:spPr>
          <p:txBody>
            <a:bodyPr spcFirstLastPara="1" wrap="square" lIns="50800" tIns="50800" rIns="50800" bIns="50800" anchor="ctr" anchorCtr="0">
              <a:noAutofit/>
            </a:bodyPr>
            <a:lstStyle/>
            <a:p>
              <a:pPr marL="0" marR="0" lvl="0" indent="0" algn="ctr" rtl="0">
                <a:lnSpc>
                  <a:spcPct val="140000"/>
                </a:lnSpc>
                <a:spcBef>
                  <a:spcPts val="0"/>
                </a:spcBef>
                <a:spcAft>
                  <a:spcPts val="0"/>
                </a:spcAft>
                <a:buNone/>
              </a:pPr>
              <a:r>
                <a:rPr lang="en-US" sz="1700">
                  <a:solidFill>
                    <a:srgbClr val="191919"/>
                  </a:solidFill>
                  <a:latin typeface="Arial"/>
                  <a:ea typeface="Arial"/>
                  <a:cs typeface="Arial"/>
                  <a:sym typeface="Arial"/>
                </a:rPr>
                <a:t>3</a:t>
              </a:r>
              <a:endParaRPr/>
            </a:p>
          </p:txBody>
        </p:sp>
      </p:grpSp>
      <p:grpSp>
        <p:nvGrpSpPr>
          <p:cNvPr id="210" name="Google Shape;210;p17"/>
          <p:cNvGrpSpPr/>
          <p:nvPr/>
        </p:nvGrpSpPr>
        <p:grpSpPr>
          <a:xfrm>
            <a:off x="951509" y="1982349"/>
            <a:ext cx="508158" cy="543805"/>
            <a:chOff x="0" y="0"/>
            <a:chExt cx="812800" cy="869819"/>
          </a:xfrm>
        </p:grpSpPr>
        <p:sp>
          <p:nvSpPr>
            <p:cNvPr id="211" name="Google Shape;211;p17"/>
            <p:cNvSpPr/>
            <p:nvPr/>
          </p:nvSpPr>
          <p:spPr>
            <a:xfrm>
              <a:off x="0" y="0"/>
              <a:ext cx="812800" cy="869819"/>
            </a:xfrm>
            <a:custGeom>
              <a:avLst/>
              <a:gdLst/>
              <a:ahLst/>
              <a:cxnLst/>
              <a:rect l="l" t="t" r="r" b="b"/>
              <a:pathLst>
                <a:path w="812800" h="869819" extrusionOk="0">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cmpd="sng">
              <a:solidFill>
                <a:srgbClr val="FD6220"/>
              </a:solidFill>
              <a:prstDash val="solid"/>
              <a:miter lim="8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2" name="Google Shape;212;p17"/>
            <p:cNvSpPr txBox="1"/>
            <p:nvPr/>
          </p:nvSpPr>
          <p:spPr>
            <a:xfrm>
              <a:off x="76200" y="52970"/>
              <a:ext cx="660400" cy="735303"/>
            </a:xfrm>
            <a:prstGeom prst="rect">
              <a:avLst/>
            </a:prstGeom>
            <a:noFill/>
            <a:ln>
              <a:noFill/>
            </a:ln>
          </p:spPr>
          <p:txBody>
            <a:bodyPr spcFirstLastPara="1" wrap="square" lIns="50800" tIns="50800" rIns="50800" bIns="50800" anchor="ctr" anchorCtr="0">
              <a:noAutofit/>
            </a:bodyPr>
            <a:lstStyle/>
            <a:p>
              <a:pPr marL="0" marR="0" lvl="0" indent="0" algn="ctr" rtl="0">
                <a:lnSpc>
                  <a:spcPct val="140000"/>
                </a:lnSpc>
                <a:spcBef>
                  <a:spcPts val="0"/>
                </a:spcBef>
                <a:spcAft>
                  <a:spcPts val="0"/>
                </a:spcAft>
                <a:buNone/>
              </a:pPr>
              <a:r>
                <a:rPr lang="en-US" sz="1700">
                  <a:solidFill>
                    <a:srgbClr val="191919"/>
                  </a:solidFill>
                  <a:latin typeface="Arial"/>
                  <a:ea typeface="Arial"/>
                  <a:cs typeface="Arial"/>
                  <a:sym typeface="Arial"/>
                </a:rPr>
                <a:t>1</a:t>
              </a:r>
              <a:endParaRPr/>
            </a:p>
          </p:txBody>
        </p:sp>
      </p:grpSp>
      <p:grpSp>
        <p:nvGrpSpPr>
          <p:cNvPr id="213" name="Google Shape;213;p17"/>
          <p:cNvGrpSpPr/>
          <p:nvPr/>
        </p:nvGrpSpPr>
        <p:grpSpPr>
          <a:xfrm>
            <a:off x="951509" y="5094059"/>
            <a:ext cx="508158" cy="543805"/>
            <a:chOff x="0" y="0"/>
            <a:chExt cx="812800" cy="869819"/>
          </a:xfrm>
        </p:grpSpPr>
        <p:sp>
          <p:nvSpPr>
            <p:cNvPr id="214" name="Google Shape;214;p17"/>
            <p:cNvSpPr/>
            <p:nvPr/>
          </p:nvSpPr>
          <p:spPr>
            <a:xfrm>
              <a:off x="0" y="0"/>
              <a:ext cx="812800" cy="869819"/>
            </a:xfrm>
            <a:custGeom>
              <a:avLst/>
              <a:gdLst/>
              <a:ahLst/>
              <a:cxnLst/>
              <a:rect l="l" t="t" r="r" b="b"/>
              <a:pathLst>
                <a:path w="812800" h="869819" extrusionOk="0">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cmpd="sng">
              <a:solidFill>
                <a:srgbClr val="FD6220"/>
              </a:solidFill>
              <a:prstDash val="solid"/>
              <a:miter lim="8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5" name="Google Shape;215;p17"/>
            <p:cNvSpPr txBox="1"/>
            <p:nvPr/>
          </p:nvSpPr>
          <p:spPr>
            <a:xfrm>
              <a:off x="76200" y="52970"/>
              <a:ext cx="660400" cy="735303"/>
            </a:xfrm>
            <a:prstGeom prst="rect">
              <a:avLst/>
            </a:prstGeom>
            <a:noFill/>
            <a:ln>
              <a:noFill/>
            </a:ln>
          </p:spPr>
          <p:txBody>
            <a:bodyPr spcFirstLastPara="1" wrap="square" lIns="50800" tIns="50800" rIns="50800" bIns="50800" anchor="ctr" anchorCtr="0">
              <a:noAutofit/>
            </a:bodyPr>
            <a:lstStyle/>
            <a:p>
              <a:pPr marL="0" marR="0" lvl="0" indent="0" algn="ctr" rtl="0">
                <a:lnSpc>
                  <a:spcPct val="140000"/>
                </a:lnSpc>
                <a:spcBef>
                  <a:spcPts val="0"/>
                </a:spcBef>
                <a:spcAft>
                  <a:spcPts val="0"/>
                </a:spcAft>
                <a:buNone/>
              </a:pPr>
              <a:r>
                <a:rPr lang="en-US" sz="1700">
                  <a:solidFill>
                    <a:srgbClr val="191919"/>
                  </a:solidFill>
                  <a:latin typeface="Arial"/>
                  <a:ea typeface="Arial"/>
                  <a:cs typeface="Arial"/>
                  <a:sym typeface="Arial"/>
                </a:rPr>
                <a:t>5</a:t>
              </a:r>
              <a:endParaRPr/>
            </a:p>
          </p:txBody>
        </p:sp>
      </p:grpSp>
      <p:grpSp>
        <p:nvGrpSpPr>
          <p:cNvPr id="216" name="Google Shape;216;p17"/>
          <p:cNvGrpSpPr/>
          <p:nvPr/>
        </p:nvGrpSpPr>
        <p:grpSpPr>
          <a:xfrm>
            <a:off x="951509" y="2648112"/>
            <a:ext cx="508158" cy="543805"/>
            <a:chOff x="0" y="0"/>
            <a:chExt cx="812800" cy="869819"/>
          </a:xfrm>
        </p:grpSpPr>
        <p:sp>
          <p:nvSpPr>
            <p:cNvPr id="217" name="Google Shape;217;p17"/>
            <p:cNvSpPr/>
            <p:nvPr/>
          </p:nvSpPr>
          <p:spPr>
            <a:xfrm>
              <a:off x="0" y="0"/>
              <a:ext cx="812800" cy="869819"/>
            </a:xfrm>
            <a:custGeom>
              <a:avLst/>
              <a:gdLst/>
              <a:ahLst/>
              <a:cxnLst/>
              <a:rect l="l" t="t" r="r" b="b"/>
              <a:pathLst>
                <a:path w="812800" h="869819" extrusionOk="0">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cmpd="sng">
              <a:solidFill>
                <a:srgbClr val="FD6220"/>
              </a:solidFill>
              <a:prstDash val="solid"/>
              <a:miter lim="8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8" name="Google Shape;218;p17"/>
            <p:cNvSpPr txBox="1"/>
            <p:nvPr/>
          </p:nvSpPr>
          <p:spPr>
            <a:xfrm>
              <a:off x="76200" y="52970"/>
              <a:ext cx="660400" cy="735303"/>
            </a:xfrm>
            <a:prstGeom prst="rect">
              <a:avLst/>
            </a:prstGeom>
            <a:noFill/>
            <a:ln>
              <a:noFill/>
            </a:ln>
          </p:spPr>
          <p:txBody>
            <a:bodyPr spcFirstLastPara="1" wrap="square" lIns="50800" tIns="50800" rIns="50800" bIns="50800" anchor="ctr" anchorCtr="0">
              <a:noAutofit/>
            </a:bodyPr>
            <a:lstStyle/>
            <a:p>
              <a:pPr marL="0" marR="0" lvl="0" indent="0" algn="ctr" rtl="0">
                <a:lnSpc>
                  <a:spcPct val="140000"/>
                </a:lnSpc>
                <a:spcBef>
                  <a:spcPts val="0"/>
                </a:spcBef>
                <a:spcAft>
                  <a:spcPts val="0"/>
                </a:spcAft>
                <a:buNone/>
              </a:pPr>
              <a:r>
                <a:rPr lang="en-US" sz="1700">
                  <a:solidFill>
                    <a:srgbClr val="191919"/>
                  </a:solidFill>
                  <a:latin typeface="Arial"/>
                  <a:ea typeface="Arial"/>
                  <a:cs typeface="Arial"/>
                  <a:sym typeface="Arial"/>
                </a:rPr>
                <a:t>2</a:t>
              </a:r>
              <a:endParaRPr/>
            </a:p>
          </p:txBody>
        </p:sp>
      </p:grpSp>
      <p:grpSp>
        <p:nvGrpSpPr>
          <p:cNvPr id="219" name="Google Shape;219;p17"/>
          <p:cNvGrpSpPr/>
          <p:nvPr/>
        </p:nvGrpSpPr>
        <p:grpSpPr>
          <a:xfrm>
            <a:off x="951509" y="6425585"/>
            <a:ext cx="508158" cy="543805"/>
            <a:chOff x="0" y="0"/>
            <a:chExt cx="812800" cy="869819"/>
          </a:xfrm>
        </p:grpSpPr>
        <p:sp>
          <p:nvSpPr>
            <p:cNvPr id="220" name="Google Shape;220;p17"/>
            <p:cNvSpPr/>
            <p:nvPr/>
          </p:nvSpPr>
          <p:spPr>
            <a:xfrm>
              <a:off x="0" y="0"/>
              <a:ext cx="812800" cy="869819"/>
            </a:xfrm>
            <a:custGeom>
              <a:avLst/>
              <a:gdLst/>
              <a:ahLst/>
              <a:cxnLst/>
              <a:rect l="l" t="t" r="r" b="b"/>
              <a:pathLst>
                <a:path w="812800" h="869819" extrusionOk="0">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cmpd="sng">
              <a:solidFill>
                <a:srgbClr val="FD6220"/>
              </a:solidFill>
              <a:prstDash val="solid"/>
              <a:miter lim="8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1" name="Google Shape;221;p17"/>
            <p:cNvSpPr txBox="1"/>
            <p:nvPr/>
          </p:nvSpPr>
          <p:spPr>
            <a:xfrm>
              <a:off x="76200" y="52970"/>
              <a:ext cx="660400" cy="735303"/>
            </a:xfrm>
            <a:prstGeom prst="rect">
              <a:avLst/>
            </a:prstGeom>
            <a:noFill/>
            <a:ln>
              <a:noFill/>
            </a:ln>
          </p:spPr>
          <p:txBody>
            <a:bodyPr spcFirstLastPara="1" wrap="square" lIns="50800" tIns="50800" rIns="50800" bIns="50800" anchor="ctr" anchorCtr="0">
              <a:noAutofit/>
            </a:bodyPr>
            <a:lstStyle/>
            <a:p>
              <a:pPr marL="0" marR="0" lvl="0" indent="0" algn="ctr" rtl="0">
                <a:lnSpc>
                  <a:spcPct val="140000"/>
                </a:lnSpc>
                <a:spcBef>
                  <a:spcPts val="0"/>
                </a:spcBef>
                <a:spcAft>
                  <a:spcPts val="0"/>
                </a:spcAft>
                <a:buNone/>
              </a:pPr>
              <a:r>
                <a:rPr lang="en-US" sz="1700">
                  <a:solidFill>
                    <a:srgbClr val="191919"/>
                  </a:solidFill>
                  <a:latin typeface="Arial"/>
                  <a:ea typeface="Arial"/>
                  <a:cs typeface="Arial"/>
                  <a:sym typeface="Arial"/>
                </a:rPr>
                <a:t>7</a:t>
              </a:r>
              <a:endParaRPr/>
            </a:p>
          </p:txBody>
        </p:sp>
      </p:grpSp>
      <p:grpSp>
        <p:nvGrpSpPr>
          <p:cNvPr id="222" name="Google Shape;222;p17"/>
          <p:cNvGrpSpPr/>
          <p:nvPr/>
        </p:nvGrpSpPr>
        <p:grpSpPr>
          <a:xfrm>
            <a:off x="951509" y="5759822"/>
            <a:ext cx="508158" cy="543805"/>
            <a:chOff x="0" y="0"/>
            <a:chExt cx="812800" cy="869819"/>
          </a:xfrm>
        </p:grpSpPr>
        <p:sp>
          <p:nvSpPr>
            <p:cNvPr id="223" name="Google Shape;223;p17"/>
            <p:cNvSpPr/>
            <p:nvPr/>
          </p:nvSpPr>
          <p:spPr>
            <a:xfrm>
              <a:off x="0" y="0"/>
              <a:ext cx="812800" cy="869819"/>
            </a:xfrm>
            <a:custGeom>
              <a:avLst/>
              <a:gdLst/>
              <a:ahLst/>
              <a:cxnLst/>
              <a:rect l="l" t="t" r="r" b="b"/>
              <a:pathLst>
                <a:path w="812800" h="869819" extrusionOk="0">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cmpd="sng">
              <a:solidFill>
                <a:srgbClr val="FD6220"/>
              </a:solidFill>
              <a:prstDash val="solid"/>
              <a:miter lim="8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4" name="Google Shape;224;p17"/>
            <p:cNvSpPr txBox="1"/>
            <p:nvPr/>
          </p:nvSpPr>
          <p:spPr>
            <a:xfrm>
              <a:off x="76200" y="52970"/>
              <a:ext cx="660400" cy="735303"/>
            </a:xfrm>
            <a:prstGeom prst="rect">
              <a:avLst/>
            </a:prstGeom>
            <a:noFill/>
            <a:ln>
              <a:noFill/>
            </a:ln>
          </p:spPr>
          <p:txBody>
            <a:bodyPr spcFirstLastPara="1" wrap="square" lIns="50800" tIns="50800" rIns="50800" bIns="50800" anchor="ctr" anchorCtr="0">
              <a:noAutofit/>
            </a:bodyPr>
            <a:lstStyle/>
            <a:p>
              <a:pPr marL="0" marR="0" lvl="0" indent="0" algn="ctr" rtl="0">
                <a:lnSpc>
                  <a:spcPct val="140000"/>
                </a:lnSpc>
                <a:spcBef>
                  <a:spcPts val="0"/>
                </a:spcBef>
                <a:spcAft>
                  <a:spcPts val="0"/>
                </a:spcAft>
                <a:buNone/>
              </a:pPr>
              <a:r>
                <a:rPr lang="en-US" sz="1700">
                  <a:solidFill>
                    <a:srgbClr val="191919"/>
                  </a:solidFill>
                  <a:latin typeface="Arial"/>
                  <a:ea typeface="Arial"/>
                  <a:cs typeface="Arial"/>
                  <a:sym typeface="Arial"/>
                </a:rPr>
                <a:t>6</a:t>
              </a:r>
              <a:endParaRPr/>
            </a:p>
          </p:txBody>
        </p:sp>
      </p:grpSp>
      <p:grpSp>
        <p:nvGrpSpPr>
          <p:cNvPr id="225" name="Google Shape;225;p17"/>
          <p:cNvGrpSpPr/>
          <p:nvPr/>
        </p:nvGrpSpPr>
        <p:grpSpPr>
          <a:xfrm>
            <a:off x="951509" y="7093216"/>
            <a:ext cx="508158" cy="543805"/>
            <a:chOff x="0" y="0"/>
            <a:chExt cx="812800" cy="869819"/>
          </a:xfrm>
        </p:grpSpPr>
        <p:sp>
          <p:nvSpPr>
            <p:cNvPr id="226" name="Google Shape;226;p17"/>
            <p:cNvSpPr/>
            <p:nvPr/>
          </p:nvSpPr>
          <p:spPr>
            <a:xfrm>
              <a:off x="0" y="0"/>
              <a:ext cx="812800" cy="869819"/>
            </a:xfrm>
            <a:custGeom>
              <a:avLst/>
              <a:gdLst/>
              <a:ahLst/>
              <a:cxnLst/>
              <a:rect l="l" t="t" r="r" b="b"/>
              <a:pathLst>
                <a:path w="812800" h="869819" extrusionOk="0">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cmpd="sng">
              <a:solidFill>
                <a:srgbClr val="FD6220"/>
              </a:solidFill>
              <a:prstDash val="solid"/>
              <a:miter lim="8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7" name="Google Shape;227;p17"/>
            <p:cNvSpPr txBox="1"/>
            <p:nvPr/>
          </p:nvSpPr>
          <p:spPr>
            <a:xfrm>
              <a:off x="76200" y="52970"/>
              <a:ext cx="660400" cy="735303"/>
            </a:xfrm>
            <a:prstGeom prst="rect">
              <a:avLst/>
            </a:prstGeom>
            <a:noFill/>
            <a:ln>
              <a:noFill/>
            </a:ln>
          </p:spPr>
          <p:txBody>
            <a:bodyPr spcFirstLastPara="1" wrap="square" lIns="50800" tIns="50800" rIns="50800" bIns="50800" anchor="ctr" anchorCtr="0">
              <a:noAutofit/>
            </a:bodyPr>
            <a:lstStyle/>
            <a:p>
              <a:pPr marL="0" marR="0" lvl="0" indent="0" algn="ctr" rtl="0">
                <a:lnSpc>
                  <a:spcPct val="140000"/>
                </a:lnSpc>
                <a:spcBef>
                  <a:spcPts val="0"/>
                </a:spcBef>
                <a:spcAft>
                  <a:spcPts val="0"/>
                </a:spcAft>
                <a:buNone/>
              </a:pPr>
              <a:r>
                <a:rPr lang="en-US" sz="1700">
                  <a:solidFill>
                    <a:srgbClr val="191919"/>
                  </a:solidFill>
                  <a:latin typeface="Arial"/>
                  <a:ea typeface="Arial"/>
                  <a:cs typeface="Arial"/>
                  <a:sym typeface="Arial"/>
                </a:rPr>
                <a:t>8</a:t>
              </a:r>
              <a:endParaRPr/>
            </a:p>
          </p:txBody>
        </p:sp>
      </p:grpSp>
      <p:grpSp>
        <p:nvGrpSpPr>
          <p:cNvPr id="228" name="Google Shape;228;p17"/>
          <p:cNvGrpSpPr/>
          <p:nvPr/>
        </p:nvGrpSpPr>
        <p:grpSpPr>
          <a:xfrm>
            <a:off x="951509" y="7760846"/>
            <a:ext cx="508158" cy="543805"/>
            <a:chOff x="0" y="0"/>
            <a:chExt cx="812800" cy="869819"/>
          </a:xfrm>
        </p:grpSpPr>
        <p:sp>
          <p:nvSpPr>
            <p:cNvPr id="229" name="Google Shape;229;p17"/>
            <p:cNvSpPr/>
            <p:nvPr/>
          </p:nvSpPr>
          <p:spPr>
            <a:xfrm>
              <a:off x="0" y="0"/>
              <a:ext cx="812800" cy="869819"/>
            </a:xfrm>
            <a:custGeom>
              <a:avLst/>
              <a:gdLst/>
              <a:ahLst/>
              <a:cxnLst/>
              <a:rect l="l" t="t" r="r" b="b"/>
              <a:pathLst>
                <a:path w="812800" h="869819" extrusionOk="0">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cmpd="sng">
              <a:solidFill>
                <a:srgbClr val="FD6220"/>
              </a:solidFill>
              <a:prstDash val="solid"/>
              <a:miter lim="8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0" name="Google Shape;230;p17"/>
            <p:cNvSpPr txBox="1"/>
            <p:nvPr/>
          </p:nvSpPr>
          <p:spPr>
            <a:xfrm>
              <a:off x="76200" y="52970"/>
              <a:ext cx="660400" cy="735303"/>
            </a:xfrm>
            <a:prstGeom prst="rect">
              <a:avLst/>
            </a:prstGeom>
            <a:noFill/>
            <a:ln>
              <a:noFill/>
            </a:ln>
          </p:spPr>
          <p:txBody>
            <a:bodyPr spcFirstLastPara="1" wrap="square" lIns="50800" tIns="50800" rIns="50800" bIns="50800" anchor="ctr" anchorCtr="0">
              <a:noAutofit/>
            </a:bodyPr>
            <a:lstStyle/>
            <a:p>
              <a:pPr marL="0" marR="0" lvl="0" indent="0" algn="ctr" rtl="0">
                <a:lnSpc>
                  <a:spcPct val="140000"/>
                </a:lnSpc>
                <a:spcBef>
                  <a:spcPts val="0"/>
                </a:spcBef>
                <a:spcAft>
                  <a:spcPts val="0"/>
                </a:spcAft>
                <a:buNone/>
              </a:pPr>
              <a:r>
                <a:rPr lang="en-US" sz="1700">
                  <a:solidFill>
                    <a:srgbClr val="191919"/>
                  </a:solidFill>
                  <a:latin typeface="Arial"/>
                  <a:ea typeface="Arial"/>
                  <a:cs typeface="Arial"/>
                  <a:sym typeface="Arial"/>
                </a:rPr>
                <a:t>9</a:t>
              </a:r>
              <a:endParaRPr/>
            </a:p>
          </p:txBody>
        </p:sp>
      </p:grpSp>
      <p:sp>
        <p:nvSpPr>
          <p:cNvPr id="231" name="Google Shape;231;p17"/>
          <p:cNvSpPr/>
          <p:nvPr/>
        </p:nvSpPr>
        <p:spPr>
          <a:xfrm>
            <a:off x="16313420" y="910465"/>
            <a:ext cx="945880" cy="236470"/>
          </a:xfrm>
          <a:custGeom>
            <a:avLst/>
            <a:gdLst/>
            <a:ahLst/>
            <a:cxnLst/>
            <a:rect l="l" t="t" r="r" b="b"/>
            <a:pathLst>
              <a:path w="945880" h="236470" extrusionOk="0">
                <a:moveTo>
                  <a:pt x="0" y="0"/>
                </a:moveTo>
                <a:lnTo>
                  <a:pt x="945880" y="0"/>
                </a:lnTo>
                <a:lnTo>
                  <a:pt x="945880" y="236470"/>
                </a:lnTo>
                <a:lnTo>
                  <a:pt x="0" y="236470"/>
                </a:lnTo>
                <a:lnTo>
                  <a:pt x="0" y="0"/>
                </a:lnTo>
                <a:close/>
              </a:path>
            </a:pathLst>
          </a:custGeom>
          <a:noFill/>
          <a:ln>
            <a:noFill/>
          </a:ln>
        </p:spPr>
      </p:sp>
      <p:sp>
        <p:nvSpPr>
          <p:cNvPr id="232" name="Google Shape;232;p17"/>
          <p:cNvSpPr txBox="1"/>
          <p:nvPr/>
        </p:nvSpPr>
        <p:spPr>
          <a:xfrm>
            <a:off x="152400" y="342900"/>
            <a:ext cx="17907000" cy="830997"/>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4800" b="1">
                <a:solidFill>
                  <a:srgbClr val="0033CC"/>
                </a:solidFill>
                <a:latin typeface="Times New Roman"/>
                <a:ea typeface="Times New Roman"/>
                <a:cs typeface="Times New Roman"/>
                <a:sym typeface="Times New Roman"/>
              </a:rPr>
              <a:t>PROPOSED SYSTEM</a:t>
            </a:r>
            <a:endParaRPr sz="4800" b="1">
              <a:solidFill>
                <a:srgbClr val="0033CC"/>
              </a:solidFill>
              <a:latin typeface="Times New Roman"/>
              <a:ea typeface="Times New Roman"/>
              <a:cs typeface="Times New Roman"/>
              <a:sym typeface="Times New Roman"/>
            </a:endParaRPr>
          </a:p>
        </p:txBody>
      </p:sp>
      <p:sp>
        <p:nvSpPr>
          <p:cNvPr id="233" name="Google Shape;233;p17"/>
          <p:cNvSpPr txBox="1"/>
          <p:nvPr/>
        </p:nvSpPr>
        <p:spPr>
          <a:xfrm>
            <a:off x="2209800" y="1638300"/>
            <a:ext cx="15082325" cy="9140964"/>
          </a:xfrm>
          <a:prstGeom prst="rect">
            <a:avLst/>
          </a:prstGeom>
          <a:noFill/>
          <a:ln>
            <a:noFill/>
          </a:ln>
        </p:spPr>
        <p:txBody>
          <a:bodyPr spcFirstLastPara="1" wrap="square" lIns="91425" tIns="45700" rIns="91425" bIns="45700" anchor="t" anchorCtr="0">
            <a:spAutoFit/>
          </a:bodyPr>
          <a:lstStyle/>
          <a:p>
            <a:pPr marL="457200" marR="0" lvl="0" indent="-457200" algn="l" rtl="0">
              <a:spcBef>
                <a:spcPts val="0"/>
              </a:spcBef>
              <a:spcAft>
                <a:spcPts val="0"/>
              </a:spcAft>
              <a:buClr>
                <a:schemeClr val="dk1"/>
              </a:buClr>
              <a:buSzPts val="2800"/>
              <a:buFont typeface="Calibri"/>
              <a:buChar char="-"/>
            </a:pPr>
            <a:r>
              <a:rPr lang="en-US" sz="2800" b="1">
                <a:solidFill>
                  <a:schemeClr val="dk1"/>
                </a:solidFill>
                <a:latin typeface="Calibri"/>
                <a:ea typeface="Calibri"/>
                <a:cs typeface="Calibri"/>
                <a:sym typeface="Calibri"/>
              </a:rPr>
              <a:t>Comprehensive Study Hub:</a:t>
            </a:r>
            <a:endParaRPr/>
          </a:p>
          <a:p>
            <a:pPr marL="457200" marR="0" lvl="0" indent="-457200" algn="l" rtl="0">
              <a:spcBef>
                <a:spcPts val="0"/>
              </a:spcBef>
              <a:spcAft>
                <a:spcPts val="0"/>
              </a:spcAft>
              <a:buClr>
                <a:schemeClr val="dk1"/>
              </a:buClr>
              <a:buSzPts val="2800"/>
              <a:buFont typeface="Calibri"/>
              <a:buChar char="-"/>
            </a:pPr>
            <a:r>
              <a:rPr lang="en-US" sz="2800">
                <a:solidFill>
                  <a:schemeClr val="dk1"/>
                </a:solidFill>
                <a:latin typeface="Calibri"/>
                <a:ea typeface="Calibri"/>
                <a:cs typeface="Calibri"/>
                <a:sym typeface="Calibri"/>
              </a:rPr>
              <a:t> A centralized platform built with </a:t>
            </a:r>
            <a:r>
              <a:rPr lang="en-US" sz="2800" b="1">
                <a:solidFill>
                  <a:schemeClr val="dk1"/>
                </a:solidFill>
                <a:latin typeface="Calibri"/>
                <a:ea typeface="Calibri"/>
                <a:cs typeface="Calibri"/>
                <a:sym typeface="Calibri"/>
              </a:rPr>
              <a:t>Spring Boot</a:t>
            </a:r>
            <a:r>
              <a:rPr lang="en-US" sz="2800">
                <a:solidFill>
                  <a:schemeClr val="dk1"/>
                </a:solidFill>
                <a:latin typeface="Calibri"/>
                <a:ea typeface="Calibri"/>
                <a:cs typeface="Calibri"/>
                <a:sym typeface="Calibri"/>
              </a:rPr>
              <a:t> and </a:t>
            </a:r>
            <a:r>
              <a:rPr lang="en-US" sz="2800" b="1">
                <a:solidFill>
                  <a:schemeClr val="dk1"/>
                </a:solidFill>
                <a:latin typeface="Calibri"/>
                <a:ea typeface="Calibri"/>
                <a:cs typeface="Calibri"/>
                <a:sym typeface="Calibri"/>
              </a:rPr>
              <a:t>MySQL</a:t>
            </a:r>
            <a:r>
              <a:rPr lang="en-US" sz="2800">
                <a:solidFill>
                  <a:schemeClr val="dk1"/>
                </a:solidFill>
                <a:latin typeface="Calibri"/>
                <a:ea typeface="Calibri"/>
                <a:cs typeface="Calibri"/>
                <a:sym typeface="Calibri"/>
              </a:rPr>
              <a:t> that integrates subject management, document storage, and task tracking.</a:t>
            </a:r>
            <a:endParaRPr/>
          </a:p>
          <a:p>
            <a:pPr marL="457200" marR="0" lvl="0" indent="-457200" algn="l" rtl="0">
              <a:spcBef>
                <a:spcPts val="0"/>
              </a:spcBef>
              <a:spcAft>
                <a:spcPts val="0"/>
              </a:spcAft>
              <a:buClr>
                <a:schemeClr val="dk1"/>
              </a:buClr>
              <a:buSzPts val="2800"/>
              <a:buFont typeface="Calibri"/>
              <a:buChar char="-"/>
            </a:pPr>
            <a:r>
              <a:rPr lang="en-US" sz="2800" b="1">
                <a:solidFill>
                  <a:schemeClr val="dk1"/>
                </a:solidFill>
                <a:latin typeface="Calibri"/>
                <a:ea typeface="Calibri"/>
                <a:cs typeface="Calibri"/>
                <a:sym typeface="Calibri"/>
              </a:rPr>
              <a:t>Intelligent File Categorization:</a:t>
            </a:r>
            <a:r>
              <a:rPr lang="en-US" sz="2800">
                <a:solidFill>
                  <a:schemeClr val="dk1"/>
                </a:solidFill>
                <a:latin typeface="Calibri"/>
                <a:ea typeface="Calibri"/>
                <a:cs typeface="Calibri"/>
                <a:sym typeface="Calibri"/>
              </a:rPr>
              <a:t> Automated system that links uploaded PDFs and PPTs directly to specific subjects for effortless retrieval</a:t>
            </a:r>
            <a:endParaRPr/>
          </a:p>
          <a:p>
            <a:pPr marL="457200" marR="0" lvl="0" indent="-457200" algn="l" rtl="0">
              <a:spcBef>
                <a:spcPts val="0"/>
              </a:spcBef>
              <a:spcAft>
                <a:spcPts val="0"/>
              </a:spcAft>
              <a:buClr>
                <a:schemeClr val="dk1"/>
              </a:buClr>
              <a:buSzPts val="2800"/>
              <a:buFont typeface="Calibri"/>
              <a:buChar char="-"/>
            </a:pPr>
            <a:r>
              <a:rPr lang="en-US" sz="2800" b="1">
                <a:solidFill>
                  <a:schemeClr val="dk1"/>
                </a:solidFill>
                <a:latin typeface="Calibri"/>
                <a:ea typeface="Calibri"/>
                <a:cs typeface="Calibri"/>
                <a:sym typeface="Calibri"/>
              </a:rPr>
              <a:t>Interactive Study Boards:</a:t>
            </a:r>
            <a:r>
              <a:rPr lang="en-US" sz="2800">
                <a:solidFill>
                  <a:schemeClr val="dk1"/>
                </a:solidFill>
                <a:latin typeface="Calibri"/>
                <a:ea typeface="Calibri"/>
                <a:cs typeface="Calibri"/>
                <a:sym typeface="Calibri"/>
              </a:rPr>
              <a:t> A dedicated module for exam revision featuring visual "Revision Cards" that support both text and images</a:t>
            </a:r>
            <a:endParaRPr/>
          </a:p>
          <a:p>
            <a:pPr marL="457200" marR="0" lvl="0" indent="-457200" algn="l" rtl="0">
              <a:spcBef>
                <a:spcPts val="0"/>
              </a:spcBef>
              <a:spcAft>
                <a:spcPts val="0"/>
              </a:spcAft>
              <a:buClr>
                <a:schemeClr val="dk1"/>
              </a:buClr>
              <a:buSzPts val="2800"/>
              <a:buFont typeface="Calibri"/>
              <a:buChar char="-"/>
            </a:pPr>
            <a:r>
              <a:rPr lang="en-US" sz="2800" b="1">
                <a:solidFill>
                  <a:schemeClr val="dk1"/>
                </a:solidFill>
                <a:latin typeface="Calibri"/>
                <a:ea typeface="Calibri"/>
                <a:cs typeface="Calibri"/>
                <a:sym typeface="Calibri"/>
              </a:rPr>
              <a:t>Smart UI Components:</a:t>
            </a:r>
            <a:r>
              <a:rPr lang="en-US" sz="2800">
                <a:solidFill>
                  <a:schemeClr val="dk1"/>
                </a:solidFill>
                <a:latin typeface="Calibri"/>
                <a:ea typeface="Calibri"/>
                <a:cs typeface="Calibri"/>
                <a:sym typeface="Calibri"/>
              </a:rPr>
              <a:t> Implementation of </a:t>
            </a:r>
            <a:r>
              <a:rPr lang="en-US" sz="2800" b="1">
                <a:solidFill>
                  <a:schemeClr val="dk1"/>
                </a:solidFill>
                <a:latin typeface="Calibri"/>
                <a:ea typeface="Calibri"/>
                <a:cs typeface="Calibri"/>
                <a:sym typeface="Calibri"/>
              </a:rPr>
              <a:t>Modal Overlays</a:t>
            </a:r>
            <a:r>
              <a:rPr lang="en-US" sz="2800">
                <a:solidFill>
                  <a:schemeClr val="dk1"/>
                </a:solidFill>
                <a:latin typeface="Calibri"/>
                <a:ea typeface="Calibri"/>
                <a:cs typeface="Calibri"/>
                <a:sym typeface="Calibri"/>
              </a:rPr>
              <a:t> allows users to view and edit revision content without navigating away from the main dashboard</a:t>
            </a:r>
            <a:endParaRPr/>
          </a:p>
          <a:p>
            <a:pPr marL="457200" marR="0" lvl="0" indent="-457200" algn="l" rtl="0">
              <a:spcBef>
                <a:spcPts val="0"/>
              </a:spcBef>
              <a:spcAft>
                <a:spcPts val="0"/>
              </a:spcAft>
              <a:buClr>
                <a:schemeClr val="dk1"/>
              </a:buClr>
              <a:buSzPts val="2800"/>
              <a:buFont typeface="Calibri"/>
              <a:buChar char="-"/>
            </a:pPr>
            <a:r>
              <a:rPr lang="en-US" sz="2800" b="1">
                <a:solidFill>
                  <a:schemeClr val="dk1"/>
                </a:solidFill>
                <a:latin typeface="Calibri"/>
                <a:ea typeface="Calibri"/>
                <a:cs typeface="Calibri"/>
                <a:sym typeface="Calibri"/>
              </a:rPr>
              <a:t>Direct Browser Viewing:</a:t>
            </a:r>
            <a:r>
              <a:rPr lang="en-US" sz="2800">
                <a:solidFill>
                  <a:schemeClr val="dk1"/>
                </a:solidFill>
                <a:latin typeface="Calibri"/>
                <a:ea typeface="Calibri"/>
                <a:cs typeface="Calibri"/>
                <a:sym typeface="Calibri"/>
              </a:rPr>
              <a:t> Eliminates local storage clutter by allowing users to view study materials directly within the browser tab</a:t>
            </a:r>
            <a:endParaRPr/>
          </a:p>
          <a:p>
            <a:pPr marL="457200" marR="0" lvl="0" indent="-457200" algn="l" rtl="0">
              <a:spcBef>
                <a:spcPts val="0"/>
              </a:spcBef>
              <a:spcAft>
                <a:spcPts val="0"/>
              </a:spcAft>
              <a:buClr>
                <a:schemeClr val="dk1"/>
              </a:buClr>
              <a:buSzPts val="2800"/>
              <a:buFont typeface="Calibri"/>
              <a:buChar char="-"/>
            </a:pPr>
            <a:r>
              <a:rPr lang="en-US" sz="2800" b="1">
                <a:solidFill>
                  <a:schemeClr val="dk1"/>
                </a:solidFill>
                <a:latin typeface="Calibri"/>
                <a:ea typeface="Calibri"/>
                <a:cs typeface="Calibri"/>
                <a:sym typeface="Calibri"/>
              </a:rPr>
              <a:t>Integrate productivity and growth:</a:t>
            </a:r>
            <a:r>
              <a:rPr lang="en-US" sz="2800">
                <a:solidFill>
                  <a:schemeClr val="dk1"/>
                </a:solidFill>
                <a:latin typeface="Calibri"/>
                <a:ea typeface="Calibri"/>
                <a:cs typeface="Calibri"/>
                <a:sym typeface="Calibri"/>
              </a:rPr>
              <a:t>Includes  a to-do-list with automated reminders to help students manage deadlines and academic schedules.</a:t>
            </a:r>
            <a:endParaRPr/>
          </a:p>
          <a:p>
            <a:pPr marL="457200" marR="0" lvl="0" indent="-457200" algn="l" rtl="0">
              <a:spcBef>
                <a:spcPts val="0"/>
              </a:spcBef>
              <a:spcAft>
                <a:spcPts val="0"/>
              </a:spcAft>
              <a:buClr>
                <a:schemeClr val="dk1"/>
              </a:buClr>
              <a:buSzPts val="2800"/>
              <a:buFont typeface="Calibri"/>
              <a:buChar char="-"/>
            </a:pPr>
            <a:r>
              <a:rPr lang="en-US" sz="2800" b="1">
                <a:solidFill>
                  <a:schemeClr val="dk1"/>
                </a:solidFill>
                <a:latin typeface="Calibri"/>
                <a:ea typeface="Calibri"/>
                <a:cs typeface="Calibri"/>
                <a:sym typeface="Calibri"/>
              </a:rPr>
              <a:t>Live Activity Tracking:</a:t>
            </a:r>
            <a:r>
              <a:rPr lang="en-US" sz="2800">
                <a:solidFill>
                  <a:schemeClr val="dk1"/>
                </a:solidFill>
                <a:latin typeface="Calibri"/>
                <a:ea typeface="Calibri"/>
                <a:cs typeface="Calibri"/>
                <a:sym typeface="Calibri"/>
              </a:rPr>
              <a:t> A real-time dashboard feed that logs recent user actions, ensuring a seamless "pick-up-where-you-left-off" experience</a:t>
            </a:r>
            <a:endParaRPr/>
          </a:p>
          <a:p>
            <a:pPr marL="457200" marR="0" lvl="0" indent="-457200" algn="l" rtl="0">
              <a:spcBef>
                <a:spcPts val="0"/>
              </a:spcBef>
              <a:spcAft>
                <a:spcPts val="0"/>
              </a:spcAft>
              <a:buClr>
                <a:schemeClr val="dk1"/>
              </a:buClr>
              <a:buSzPts val="2800"/>
              <a:buFont typeface="Calibri"/>
              <a:buChar char="-"/>
            </a:pPr>
            <a:r>
              <a:rPr lang="en-US" sz="2800" b="1">
                <a:solidFill>
                  <a:schemeClr val="dk1"/>
                </a:solidFill>
                <a:latin typeface="Calibri"/>
                <a:ea typeface="Calibri"/>
                <a:cs typeface="Calibri"/>
                <a:sym typeface="Calibri"/>
              </a:rPr>
              <a:t>Robust Security:</a:t>
            </a:r>
            <a:r>
              <a:rPr lang="en-US" sz="2800">
                <a:solidFill>
                  <a:schemeClr val="dk1"/>
                </a:solidFill>
                <a:latin typeface="Calibri"/>
                <a:ea typeface="Calibri"/>
                <a:cs typeface="Calibri"/>
                <a:sym typeface="Calibri"/>
              </a:rPr>
              <a:t> Features secure </a:t>
            </a:r>
            <a:r>
              <a:rPr lang="en-US" sz="2800" b="1">
                <a:solidFill>
                  <a:schemeClr val="dk1"/>
                </a:solidFill>
                <a:latin typeface="Calibri"/>
                <a:ea typeface="Calibri"/>
                <a:cs typeface="Calibri"/>
                <a:sym typeface="Calibri"/>
              </a:rPr>
              <a:t>Spring Security</a:t>
            </a:r>
            <a:r>
              <a:rPr lang="en-US" sz="2800">
                <a:solidFill>
                  <a:schemeClr val="dk1"/>
                </a:solidFill>
                <a:latin typeface="Calibri"/>
                <a:ea typeface="Calibri"/>
                <a:cs typeface="Calibri"/>
                <a:sym typeface="Calibri"/>
              </a:rPr>
              <a:t> authentication and a dedicated profile management system for personal data protection</a:t>
            </a:r>
            <a:endParaRPr sz="2800" b="1">
              <a:solidFill>
                <a:schemeClr val="dk1"/>
              </a:solidFill>
              <a:latin typeface="Calibri"/>
              <a:ea typeface="Calibri"/>
              <a:cs typeface="Calibri"/>
              <a:sym typeface="Calibri"/>
            </a:endParaRPr>
          </a:p>
          <a:p>
            <a:pPr marL="457200" marR="0" lvl="0" indent="-279400" algn="l" rtl="0">
              <a:spcBef>
                <a:spcPts val="0"/>
              </a:spcBef>
              <a:spcAft>
                <a:spcPts val="0"/>
              </a:spcAft>
              <a:buClr>
                <a:schemeClr val="dk1"/>
              </a:buClr>
              <a:buSzPts val="2800"/>
              <a:buFont typeface="Calibri"/>
              <a:buNone/>
            </a:pPr>
            <a:endParaRPr sz="2800" b="1">
              <a:solidFill>
                <a:schemeClr val="dk1"/>
              </a:solidFill>
              <a:latin typeface="Calibri"/>
              <a:ea typeface="Calibri"/>
              <a:cs typeface="Calibri"/>
              <a:sym typeface="Calibri"/>
            </a:endParaRPr>
          </a:p>
          <a:p>
            <a:pPr marL="457200" marR="0" lvl="0" indent="-279400" algn="l" rtl="0">
              <a:spcBef>
                <a:spcPts val="0"/>
              </a:spcBef>
              <a:spcAft>
                <a:spcPts val="0"/>
              </a:spcAft>
              <a:buClr>
                <a:schemeClr val="dk1"/>
              </a:buClr>
              <a:buSzPts val="2800"/>
              <a:buFont typeface="Calibri"/>
              <a:buNone/>
            </a:pPr>
            <a:endParaRPr sz="2800">
              <a:solidFill>
                <a:schemeClr val="dk1"/>
              </a:solidFill>
              <a:latin typeface="Calibri"/>
              <a:ea typeface="Calibri"/>
              <a:cs typeface="Calibri"/>
              <a:sym typeface="Calibri"/>
            </a:endParaRPr>
          </a:p>
          <a:p>
            <a:pPr marL="457200" marR="0" lvl="0" indent="-279400" algn="l" rtl="0">
              <a:spcBef>
                <a:spcPts val="0"/>
              </a:spcBef>
              <a:spcAft>
                <a:spcPts val="0"/>
              </a:spcAft>
              <a:buClr>
                <a:schemeClr val="dk1"/>
              </a:buClr>
              <a:buSzPts val="2800"/>
              <a:buFont typeface="Calibri"/>
              <a:buNone/>
            </a:pPr>
            <a:endParaRPr sz="2800">
              <a:solidFill>
                <a:schemeClr val="dk1"/>
              </a:solidFill>
              <a:latin typeface="Calibri"/>
              <a:ea typeface="Calibri"/>
              <a:cs typeface="Calibri"/>
              <a:sym typeface="Calibri"/>
            </a:endParaRPr>
          </a:p>
          <a:p>
            <a:pPr marL="457200" marR="0" lvl="0" indent="-279400" algn="l" rtl="0">
              <a:spcBef>
                <a:spcPts val="0"/>
              </a:spcBef>
              <a:spcAft>
                <a:spcPts val="0"/>
              </a:spcAft>
              <a:buClr>
                <a:schemeClr val="dk1"/>
              </a:buClr>
              <a:buSzPts val="2800"/>
              <a:buFont typeface="Calibri"/>
              <a:buNone/>
            </a:pPr>
            <a:endParaRPr sz="2800">
              <a:solidFill>
                <a:schemeClr val="dk1"/>
              </a:solidFill>
              <a:latin typeface="Calibri"/>
              <a:ea typeface="Calibri"/>
              <a:cs typeface="Calibri"/>
              <a:sym typeface="Calibri"/>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Shape 237"/>
        <p:cNvGrpSpPr/>
        <p:nvPr/>
      </p:nvGrpSpPr>
      <p:grpSpPr>
        <a:xfrm>
          <a:off x="0" y="0"/>
          <a:ext cx="0" cy="0"/>
          <a:chOff x="0" y="0"/>
          <a:chExt cx="0" cy="0"/>
        </a:xfrm>
      </p:grpSpPr>
      <p:grpSp>
        <p:nvGrpSpPr>
          <p:cNvPr id="238" name="Google Shape;238;p18"/>
          <p:cNvGrpSpPr/>
          <p:nvPr/>
        </p:nvGrpSpPr>
        <p:grpSpPr>
          <a:xfrm>
            <a:off x="709357" y="4655766"/>
            <a:ext cx="992463" cy="992463"/>
            <a:chOff x="0" y="0"/>
            <a:chExt cx="812800" cy="812800"/>
          </a:xfrm>
        </p:grpSpPr>
        <p:sp>
          <p:nvSpPr>
            <p:cNvPr id="239" name="Google Shape;239;p18"/>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0" name="Google Shape;240;p18"/>
            <p:cNvSpPr txBox="1"/>
            <p:nvPr/>
          </p:nvSpPr>
          <p:spPr>
            <a:xfrm>
              <a:off x="76200" y="19050"/>
              <a:ext cx="660400" cy="717550"/>
            </a:xfrm>
            <a:prstGeom prst="rect">
              <a:avLst/>
            </a:prstGeom>
            <a:noFill/>
            <a:ln>
              <a:noFill/>
            </a:ln>
          </p:spPr>
          <p:txBody>
            <a:bodyPr spcFirstLastPara="1" wrap="square" lIns="50800" tIns="50800" rIns="50800" bIns="50800" anchor="ctr" anchorCtr="0">
              <a:noAutofit/>
            </a:bodyPr>
            <a:lstStyle/>
            <a:p>
              <a:pPr marL="0" marR="0" lvl="0" indent="0" algn="ctr" rtl="0">
                <a:lnSpc>
                  <a:spcPct val="140014"/>
                </a:lnSpc>
                <a:spcBef>
                  <a:spcPts val="0"/>
                </a:spcBef>
                <a:spcAft>
                  <a:spcPts val="0"/>
                </a:spcAft>
                <a:buNone/>
              </a:pPr>
              <a:r>
                <a:rPr lang="en-US" sz="2699">
                  <a:solidFill>
                    <a:srgbClr val="FFFEFE"/>
                  </a:solidFill>
                  <a:latin typeface="Arial"/>
                  <a:ea typeface="Arial"/>
                  <a:cs typeface="Arial"/>
                  <a:sym typeface="Arial"/>
                </a:rPr>
                <a:t>5</a:t>
              </a:r>
              <a:endParaRPr/>
            </a:p>
          </p:txBody>
        </p:sp>
      </p:grpSp>
      <p:grpSp>
        <p:nvGrpSpPr>
          <p:cNvPr id="241" name="Google Shape;241;p18"/>
          <p:cNvGrpSpPr/>
          <p:nvPr/>
        </p:nvGrpSpPr>
        <p:grpSpPr>
          <a:xfrm>
            <a:off x="951509" y="3320505"/>
            <a:ext cx="508158" cy="543805"/>
            <a:chOff x="0" y="0"/>
            <a:chExt cx="812800" cy="869819"/>
          </a:xfrm>
        </p:grpSpPr>
        <p:sp>
          <p:nvSpPr>
            <p:cNvPr id="242" name="Google Shape;242;p18"/>
            <p:cNvSpPr/>
            <p:nvPr/>
          </p:nvSpPr>
          <p:spPr>
            <a:xfrm>
              <a:off x="0" y="0"/>
              <a:ext cx="812800" cy="869819"/>
            </a:xfrm>
            <a:custGeom>
              <a:avLst/>
              <a:gdLst/>
              <a:ahLst/>
              <a:cxnLst/>
              <a:rect l="l" t="t" r="r" b="b"/>
              <a:pathLst>
                <a:path w="812800" h="869819" extrusionOk="0">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cmpd="sng">
              <a:solidFill>
                <a:srgbClr val="FD6220"/>
              </a:solidFill>
              <a:prstDash val="solid"/>
              <a:miter lim="8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3" name="Google Shape;243;p18"/>
            <p:cNvSpPr txBox="1"/>
            <p:nvPr/>
          </p:nvSpPr>
          <p:spPr>
            <a:xfrm>
              <a:off x="76200" y="52970"/>
              <a:ext cx="660400" cy="735303"/>
            </a:xfrm>
            <a:prstGeom prst="rect">
              <a:avLst/>
            </a:prstGeom>
            <a:noFill/>
            <a:ln>
              <a:noFill/>
            </a:ln>
          </p:spPr>
          <p:txBody>
            <a:bodyPr spcFirstLastPara="1" wrap="square" lIns="50800" tIns="50800" rIns="50800" bIns="50800" anchor="ctr" anchorCtr="0">
              <a:noAutofit/>
            </a:bodyPr>
            <a:lstStyle/>
            <a:p>
              <a:pPr marL="0" marR="0" lvl="0" indent="0" algn="ctr" rtl="0">
                <a:lnSpc>
                  <a:spcPct val="140000"/>
                </a:lnSpc>
                <a:spcBef>
                  <a:spcPts val="0"/>
                </a:spcBef>
                <a:spcAft>
                  <a:spcPts val="0"/>
                </a:spcAft>
                <a:buNone/>
              </a:pPr>
              <a:r>
                <a:rPr lang="en-US" sz="1700">
                  <a:solidFill>
                    <a:srgbClr val="191919"/>
                  </a:solidFill>
                  <a:latin typeface="Arial"/>
                  <a:ea typeface="Arial"/>
                  <a:cs typeface="Arial"/>
                  <a:sym typeface="Arial"/>
                </a:rPr>
                <a:t>3</a:t>
              </a:r>
              <a:endParaRPr/>
            </a:p>
          </p:txBody>
        </p:sp>
      </p:grpSp>
      <p:grpSp>
        <p:nvGrpSpPr>
          <p:cNvPr id="244" name="Google Shape;244;p18"/>
          <p:cNvGrpSpPr/>
          <p:nvPr/>
        </p:nvGrpSpPr>
        <p:grpSpPr>
          <a:xfrm>
            <a:off x="951509" y="1987111"/>
            <a:ext cx="508158" cy="543805"/>
            <a:chOff x="0" y="0"/>
            <a:chExt cx="812800" cy="869819"/>
          </a:xfrm>
        </p:grpSpPr>
        <p:sp>
          <p:nvSpPr>
            <p:cNvPr id="245" name="Google Shape;245;p18"/>
            <p:cNvSpPr/>
            <p:nvPr/>
          </p:nvSpPr>
          <p:spPr>
            <a:xfrm>
              <a:off x="0" y="0"/>
              <a:ext cx="812800" cy="869819"/>
            </a:xfrm>
            <a:custGeom>
              <a:avLst/>
              <a:gdLst/>
              <a:ahLst/>
              <a:cxnLst/>
              <a:rect l="l" t="t" r="r" b="b"/>
              <a:pathLst>
                <a:path w="812800" h="869819" extrusionOk="0">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cmpd="sng">
              <a:solidFill>
                <a:srgbClr val="FD6220"/>
              </a:solidFill>
              <a:prstDash val="solid"/>
              <a:miter lim="8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6" name="Google Shape;246;p18"/>
            <p:cNvSpPr txBox="1"/>
            <p:nvPr/>
          </p:nvSpPr>
          <p:spPr>
            <a:xfrm>
              <a:off x="76200" y="52970"/>
              <a:ext cx="660400" cy="735303"/>
            </a:xfrm>
            <a:prstGeom prst="rect">
              <a:avLst/>
            </a:prstGeom>
            <a:noFill/>
            <a:ln>
              <a:noFill/>
            </a:ln>
          </p:spPr>
          <p:txBody>
            <a:bodyPr spcFirstLastPara="1" wrap="square" lIns="50800" tIns="50800" rIns="50800" bIns="50800" anchor="ctr" anchorCtr="0">
              <a:noAutofit/>
            </a:bodyPr>
            <a:lstStyle/>
            <a:p>
              <a:pPr marL="0" marR="0" lvl="0" indent="0" algn="ctr" rtl="0">
                <a:lnSpc>
                  <a:spcPct val="140000"/>
                </a:lnSpc>
                <a:spcBef>
                  <a:spcPts val="0"/>
                </a:spcBef>
                <a:spcAft>
                  <a:spcPts val="0"/>
                </a:spcAft>
                <a:buNone/>
              </a:pPr>
              <a:r>
                <a:rPr lang="en-US" sz="1700">
                  <a:solidFill>
                    <a:srgbClr val="191919"/>
                  </a:solidFill>
                  <a:latin typeface="Arial"/>
                  <a:ea typeface="Arial"/>
                  <a:cs typeface="Arial"/>
                  <a:sym typeface="Arial"/>
                </a:rPr>
                <a:t>1</a:t>
              </a:r>
              <a:endParaRPr/>
            </a:p>
          </p:txBody>
        </p:sp>
      </p:grpSp>
      <p:grpSp>
        <p:nvGrpSpPr>
          <p:cNvPr id="247" name="Google Shape;247;p18"/>
          <p:cNvGrpSpPr/>
          <p:nvPr/>
        </p:nvGrpSpPr>
        <p:grpSpPr>
          <a:xfrm>
            <a:off x="951509" y="3988135"/>
            <a:ext cx="508158" cy="543805"/>
            <a:chOff x="0" y="0"/>
            <a:chExt cx="812800" cy="869819"/>
          </a:xfrm>
        </p:grpSpPr>
        <p:sp>
          <p:nvSpPr>
            <p:cNvPr id="248" name="Google Shape;248;p18"/>
            <p:cNvSpPr/>
            <p:nvPr/>
          </p:nvSpPr>
          <p:spPr>
            <a:xfrm>
              <a:off x="0" y="0"/>
              <a:ext cx="812800" cy="869819"/>
            </a:xfrm>
            <a:custGeom>
              <a:avLst/>
              <a:gdLst/>
              <a:ahLst/>
              <a:cxnLst/>
              <a:rect l="l" t="t" r="r" b="b"/>
              <a:pathLst>
                <a:path w="812800" h="869819" extrusionOk="0">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cmpd="sng">
              <a:solidFill>
                <a:srgbClr val="FD6220"/>
              </a:solidFill>
              <a:prstDash val="solid"/>
              <a:miter lim="8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9" name="Google Shape;249;p18"/>
            <p:cNvSpPr txBox="1"/>
            <p:nvPr/>
          </p:nvSpPr>
          <p:spPr>
            <a:xfrm>
              <a:off x="76200" y="52970"/>
              <a:ext cx="660400" cy="735303"/>
            </a:xfrm>
            <a:prstGeom prst="rect">
              <a:avLst/>
            </a:prstGeom>
            <a:noFill/>
            <a:ln>
              <a:noFill/>
            </a:ln>
          </p:spPr>
          <p:txBody>
            <a:bodyPr spcFirstLastPara="1" wrap="square" lIns="50800" tIns="50800" rIns="50800" bIns="50800" anchor="ctr" anchorCtr="0">
              <a:noAutofit/>
            </a:bodyPr>
            <a:lstStyle/>
            <a:p>
              <a:pPr marL="0" marR="0" lvl="0" indent="0" algn="ctr" rtl="0">
                <a:lnSpc>
                  <a:spcPct val="140000"/>
                </a:lnSpc>
                <a:spcBef>
                  <a:spcPts val="0"/>
                </a:spcBef>
                <a:spcAft>
                  <a:spcPts val="0"/>
                </a:spcAft>
                <a:buNone/>
              </a:pPr>
              <a:r>
                <a:rPr lang="en-US" sz="1700">
                  <a:solidFill>
                    <a:srgbClr val="191919"/>
                  </a:solidFill>
                  <a:latin typeface="Arial"/>
                  <a:ea typeface="Arial"/>
                  <a:cs typeface="Arial"/>
                  <a:sym typeface="Arial"/>
                </a:rPr>
                <a:t>4</a:t>
              </a:r>
              <a:endParaRPr/>
            </a:p>
          </p:txBody>
        </p:sp>
      </p:grpSp>
      <p:grpSp>
        <p:nvGrpSpPr>
          <p:cNvPr id="250" name="Google Shape;250;p18"/>
          <p:cNvGrpSpPr/>
          <p:nvPr/>
        </p:nvGrpSpPr>
        <p:grpSpPr>
          <a:xfrm>
            <a:off x="951509" y="2652874"/>
            <a:ext cx="508158" cy="543805"/>
            <a:chOff x="0" y="0"/>
            <a:chExt cx="812800" cy="869819"/>
          </a:xfrm>
        </p:grpSpPr>
        <p:sp>
          <p:nvSpPr>
            <p:cNvPr id="251" name="Google Shape;251;p18"/>
            <p:cNvSpPr/>
            <p:nvPr/>
          </p:nvSpPr>
          <p:spPr>
            <a:xfrm>
              <a:off x="0" y="0"/>
              <a:ext cx="812800" cy="869819"/>
            </a:xfrm>
            <a:custGeom>
              <a:avLst/>
              <a:gdLst/>
              <a:ahLst/>
              <a:cxnLst/>
              <a:rect l="l" t="t" r="r" b="b"/>
              <a:pathLst>
                <a:path w="812800" h="869819" extrusionOk="0">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cmpd="sng">
              <a:solidFill>
                <a:srgbClr val="FD6220"/>
              </a:solidFill>
              <a:prstDash val="solid"/>
              <a:miter lim="8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2" name="Google Shape;252;p18"/>
            <p:cNvSpPr txBox="1"/>
            <p:nvPr/>
          </p:nvSpPr>
          <p:spPr>
            <a:xfrm>
              <a:off x="76200" y="52970"/>
              <a:ext cx="660400" cy="735303"/>
            </a:xfrm>
            <a:prstGeom prst="rect">
              <a:avLst/>
            </a:prstGeom>
            <a:noFill/>
            <a:ln>
              <a:noFill/>
            </a:ln>
          </p:spPr>
          <p:txBody>
            <a:bodyPr spcFirstLastPara="1" wrap="square" lIns="50800" tIns="50800" rIns="50800" bIns="50800" anchor="ctr" anchorCtr="0">
              <a:noAutofit/>
            </a:bodyPr>
            <a:lstStyle/>
            <a:p>
              <a:pPr marL="0" marR="0" lvl="0" indent="0" algn="ctr" rtl="0">
                <a:lnSpc>
                  <a:spcPct val="140000"/>
                </a:lnSpc>
                <a:spcBef>
                  <a:spcPts val="0"/>
                </a:spcBef>
                <a:spcAft>
                  <a:spcPts val="0"/>
                </a:spcAft>
                <a:buNone/>
              </a:pPr>
              <a:r>
                <a:rPr lang="en-US" sz="1700">
                  <a:solidFill>
                    <a:srgbClr val="191919"/>
                  </a:solidFill>
                  <a:latin typeface="Arial"/>
                  <a:ea typeface="Arial"/>
                  <a:cs typeface="Arial"/>
                  <a:sym typeface="Arial"/>
                </a:rPr>
                <a:t>2</a:t>
              </a:r>
              <a:endParaRPr/>
            </a:p>
          </p:txBody>
        </p:sp>
      </p:grpSp>
      <p:grpSp>
        <p:nvGrpSpPr>
          <p:cNvPr id="253" name="Google Shape;253;p18"/>
          <p:cNvGrpSpPr/>
          <p:nvPr/>
        </p:nvGrpSpPr>
        <p:grpSpPr>
          <a:xfrm>
            <a:off x="951509" y="6430348"/>
            <a:ext cx="508158" cy="543805"/>
            <a:chOff x="0" y="0"/>
            <a:chExt cx="812800" cy="869819"/>
          </a:xfrm>
        </p:grpSpPr>
        <p:sp>
          <p:nvSpPr>
            <p:cNvPr id="254" name="Google Shape;254;p18"/>
            <p:cNvSpPr/>
            <p:nvPr/>
          </p:nvSpPr>
          <p:spPr>
            <a:xfrm>
              <a:off x="0" y="0"/>
              <a:ext cx="812800" cy="869819"/>
            </a:xfrm>
            <a:custGeom>
              <a:avLst/>
              <a:gdLst/>
              <a:ahLst/>
              <a:cxnLst/>
              <a:rect l="l" t="t" r="r" b="b"/>
              <a:pathLst>
                <a:path w="812800" h="869819" extrusionOk="0">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cmpd="sng">
              <a:solidFill>
                <a:srgbClr val="FD6220"/>
              </a:solidFill>
              <a:prstDash val="solid"/>
              <a:miter lim="8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5" name="Google Shape;255;p18"/>
            <p:cNvSpPr txBox="1"/>
            <p:nvPr/>
          </p:nvSpPr>
          <p:spPr>
            <a:xfrm>
              <a:off x="76200" y="52970"/>
              <a:ext cx="660400" cy="735303"/>
            </a:xfrm>
            <a:prstGeom prst="rect">
              <a:avLst/>
            </a:prstGeom>
            <a:noFill/>
            <a:ln>
              <a:noFill/>
            </a:ln>
          </p:spPr>
          <p:txBody>
            <a:bodyPr spcFirstLastPara="1" wrap="square" lIns="50800" tIns="50800" rIns="50800" bIns="50800" anchor="ctr" anchorCtr="0">
              <a:noAutofit/>
            </a:bodyPr>
            <a:lstStyle/>
            <a:p>
              <a:pPr marL="0" marR="0" lvl="0" indent="0" algn="ctr" rtl="0">
                <a:lnSpc>
                  <a:spcPct val="140000"/>
                </a:lnSpc>
                <a:spcBef>
                  <a:spcPts val="0"/>
                </a:spcBef>
                <a:spcAft>
                  <a:spcPts val="0"/>
                </a:spcAft>
                <a:buNone/>
              </a:pPr>
              <a:r>
                <a:rPr lang="en-US" sz="1700">
                  <a:solidFill>
                    <a:srgbClr val="191919"/>
                  </a:solidFill>
                  <a:latin typeface="Arial"/>
                  <a:ea typeface="Arial"/>
                  <a:cs typeface="Arial"/>
                  <a:sym typeface="Arial"/>
                </a:rPr>
                <a:t>7</a:t>
              </a:r>
              <a:endParaRPr/>
            </a:p>
          </p:txBody>
        </p:sp>
      </p:grpSp>
      <p:grpSp>
        <p:nvGrpSpPr>
          <p:cNvPr id="256" name="Google Shape;256;p18"/>
          <p:cNvGrpSpPr/>
          <p:nvPr/>
        </p:nvGrpSpPr>
        <p:grpSpPr>
          <a:xfrm>
            <a:off x="951509" y="5764584"/>
            <a:ext cx="508158" cy="543805"/>
            <a:chOff x="0" y="0"/>
            <a:chExt cx="812800" cy="869819"/>
          </a:xfrm>
        </p:grpSpPr>
        <p:sp>
          <p:nvSpPr>
            <p:cNvPr id="257" name="Google Shape;257;p18"/>
            <p:cNvSpPr/>
            <p:nvPr/>
          </p:nvSpPr>
          <p:spPr>
            <a:xfrm>
              <a:off x="0" y="0"/>
              <a:ext cx="812800" cy="869819"/>
            </a:xfrm>
            <a:custGeom>
              <a:avLst/>
              <a:gdLst/>
              <a:ahLst/>
              <a:cxnLst/>
              <a:rect l="l" t="t" r="r" b="b"/>
              <a:pathLst>
                <a:path w="812800" h="869819" extrusionOk="0">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cmpd="sng">
              <a:solidFill>
                <a:srgbClr val="FD6220"/>
              </a:solidFill>
              <a:prstDash val="solid"/>
              <a:miter lim="8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8" name="Google Shape;258;p18"/>
            <p:cNvSpPr txBox="1"/>
            <p:nvPr/>
          </p:nvSpPr>
          <p:spPr>
            <a:xfrm>
              <a:off x="76200" y="52970"/>
              <a:ext cx="660400" cy="735303"/>
            </a:xfrm>
            <a:prstGeom prst="rect">
              <a:avLst/>
            </a:prstGeom>
            <a:noFill/>
            <a:ln>
              <a:noFill/>
            </a:ln>
          </p:spPr>
          <p:txBody>
            <a:bodyPr spcFirstLastPara="1" wrap="square" lIns="50800" tIns="50800" rIns="50800" bIns="50800" anchor="ctr" anchorCtr="0">
              <a:noAutofit/>
            </a:bodyPr>
            <a:lstStyle/>
            <a:p>
              <a:pPr marL="0" marR="0" lvl="0" indent="0" algn="ctr" rtl="0">
                <a:lnSpc>
                  <a:spcPct val="140000"/>
                </a:lnSpc>
                <a:spcBef>
                  <a:spcPts val="0"/>
                </a:spcBef>
                <a:spcAft>
                  <a:spcPts val="0"/>
                </a:spcAft>
                <a:buNone/>
              </a:pPr>
              <a:r>
                <a:rPr lang="en-US" sz="1700">
                  <a:solidFill>
                    <a:srgbClr val="191919"/>
                  </a:solidFill>
                  <a:latin typeface="Arial"/>
                  <a:ea typeface="Arial"/>
                  <a:cs typeface="Arial"/>
                  <a:sym typeface="Arial"/>
                </a:rPr>
                <a:t>6</a:t>
              </a:r>
              <a:endParaRPr/>
            </a:p>
          </p:txBody>
        </p:sp>
      </p:grpSp>
      <p:grpSp>
        <p:nvGrpSpPr>
          <p:cNvPr id="259" name="Google Shape;259;p18"/>
          <p:cNvGrpSpPr/>
          <p:nvPr/>
        </p:nvGrpSpPr>
        <p:grpSpPr>
          <a:xfrm>
            <a:off x="951509" y="7088453"/>
            <a:ext cx="508158" cy="543805"/>
            <a:chOff x="0" y="0"/>
            <a:chExt cx="812800" cy="869819"/>
          </a:xfrm>
        </p:grpSpPr>
        <p:sp>
          <p:nvSpPr>
            <p:cNvPr id="260" name="Google Shape;260;p18"/>
            <p:cNvSpPr/>
            <p:nvPr/>
          </p:nvSpPr>
          <p:spPr>
            <a:xfrm>
              <a:off x="0" y="0"/>
              <a:ext cx="812800" cy="869819"/>
            </a:xfrm>
            <a:custGeom>
              <a:avLst/>
              <a:gdLst/>
              <a:ahLst/>
              <a:cxnLst/>
              <a:rect l="l" t="t" r="r" b="b"/>
              <a:pathLst>
                <a:path w="812800" h="869819" extrusionOk="0">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cmpd="sng">
              <a:solidFill>
                <a:srgbClr val="FD6220"/>
              </a:solidFill>
              <a:prstDash val="solid"/>
              <a:miter lim="8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1" name="Google Shape;261;p18"/>
            <p:cNvSpPr txBox="1"/>
            <p:nvPr/>
          </p:nvSpPr>
          <p:spPr>
            <a:xfrm>
              <a:off x="76200" y="52970"/>
              <a:ext cx="660400" cy="735303"/>
            </a:xfrm>
            <a:prstGeom prst="rect">
              <a:avLst/>
            </a:prstGeom>
            <a:noFill/>
            <a:ln>
              <a:noFill/>
            </a:ln>
          </p:spPr>
          <p:txBody>
            <a:bodyPr spcFirstLastPara="1" wrap="square" lIns="50800" tIns="50800" rIns="50800" bIns="50800" anchor="ctr" anchorCtr="0">
              <a:noAutofit/>
            </a:bodyPr>
            <a:lstStyle/>
            <a:p>
              <a:pPr marL="0" marR="0" lvl="0" indent="0" algn="ctr" rtl="0">
                <a:lnSpc>
                  <a:spcPct val="140000"/>
                </a:lnSpc>
                <a:spcBef>
                  <a:spcPts val="0"/>
                </a:spcBef>
                <a:spcAft>
                  <a:spcPts val="0"/>
                </a:spcAft>
                <a:buNone/>
              </a:pPr>
              <a:r>
                <a:rPr lang="en-US" sz="1700">
                  <a:solidFill>
                    <a:srgbClr val="191919"/>
                  </a:solidFill>
                  <a:latin typeface="Arial"/>
                  <a:ea typeface="Arial"/>
                  <a:cs typeface="Arial"/>
                  <a:sym typeface="Arial"/>
                </a:rPr>
                <a:t>8</a:t>
              </a:r>
              <a:endParaRPr/>
            </a:p>
          </p:txBody>
        </p:sp>
      </p:grpSp>
      <p:grpSp>
        <p:nvGrpSpPr>
          <p:cNvPr id="262" name="Google Shape;262;p18"/>
          <p:cNvGrpSpPr/>
          <p:nvPr/>
        </p:nvGrpSpPr>
        <p:grpSpPr>
          <a:xfrm>
            <a:off x="951509" y="7756083"/>
            <a:ext cx="508158" cy="543805"/>
            <a:chOff x="0" y="0"/>
            <a:chExt cx="812800" cy="869819"/>
          </a:xfrm>
        </p:grpSpPr>
        <p:sp>
          <p:nvSpPr>
            <p:cNvPr id="263" name="Google Shape;263;p18"/>
            <p:cNvSpPr/>
            <p:nvPr/>
          </p:nvSpPr>
          <p:spPr>
            <a:xfrm>
              <a:off x="0" y="0"/>
              <a:ext cx="812800" cy="869819"/>
            </a:xfrm>
            <a:custGeom>
              <a:avLst/>
              <a:gdLst/>
              <a:ahLst/>
              <a:cxnLst/>
              <a:rect l="l" t="t" r="r" b="b"/>
              <a:pathLst>
                <a:path w="812800" h="869819" extrusionOk="0">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cmpd="sng">
              <a:solidFill>
                <a:srgbClr val="FD6220"/>
              </a:solidFill>
              <a:prstDash val="solid"/>
              <a:miter lim="8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4" name="Google Shape;264;p18"/>
            <p:cNvSpPr txBox="1"/>
            <p:nvPr/>
          </p:nvSpPr>
          <p:spPr>
            <a:xfrm>
              <a:off x="76200" y="52970"/>
              <a:ext cx="660400" cy="735303"/>
            </a:xfrm>
            <a:prstGeom prst="rect">
              <a:avLst/>
            </a:prstGeom>
            <a:noFill/>
            <a:ln>
              <a:noFill/>
            </a:ln>
          </p:spPr>
          <p:txBody>
            <a:bodyPr spcFirstLastPara="1" wrap="square" lIns="50800" tIns="50800" rIns="50800" bIns="50800" anchor="ctr" anchorCtr="0">
              <a:noAutofit/>
            </a:bodyPr>
            <a:lstStyle/>
            <a:p>
              <a:pPr marL="0" marR="0" lvl="0" indent="0" algn="ctr" rtl="0">
                <a:lnSpc>
                  <a:spcPct val="140000"/>
                </a:lnSpc>
                <a:spcBef>
                  <a:spcPts val="0"/>
                </a:spcBef>
                <a:spcAft>
                  <a:spcPts val="0"/>
                </a:spcAft>
                <a:buNone/>
              </a:pPr>
              <a:r>
                <a:rPr lang="en-US" sz="1700">
                  <a:solidFill>
                    <a:srgbClr val="191919"/>
                  </a:solidFill>
                  <a:latin typeface="Arial"/>
                  <a:ea typeface="Arial"/>
                  <a:cs typeface="Arial"/>
                  <a:sym typeface="Arial"/>
                </a:rPr>
                <a:t>9</a:t>
              </a:r>
              <a:endParaRPr/>
            </a:p>
          </p:txBody>
        </p:sp>
      </p:grpSp>
      <p:grpSp>
        <p:nvGrpSpPr>
          <p:cNvPr id="265" name="Google Shape;265;p18"/>
          <p:cNvGrpSpPr/>
          <p:nvPr/>
        </p:nvGrpSpPr>
        <p:grpSpPr>
          <a:xfrm>
            <a:off x="11762088" y="-9632634"/>
            <a:ext cx="10994424" cy="10994424"/>
            <a:chOff x="0" y="0"/>
            <a:chExt cx="812800" cy="812800"/>
          </a:xfrm>
        </p:grpSpPr>
        <p:sp>
          <p:nvSpPr>
            <p:cNvPr id="266" name="Google Shape;266;p18"/>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noFill/>
            <a:ln w="514350" cap="sq" cmpd="sng">
              <a:solidFill>
                <a:srgbClr val="FD6220">
                  <a:alpha val="11764"/>
                </a:srgbClr>
              </a:solidFill>
              <a:prstDash val="solid"/>
              <a:miter lim="8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7" name="Google Shape;267;p18"/>
            <p:cNvSpPr txBox="1"/>
            <p:nvPr/>
          </p:nvSpPr>
          <p:spPr>
            <a:xfrm>
              <a:off x="76200" y="47625"/>
              <a:ext cx="660400" cy="688975"/>
            </a:xfrm>
            <a:prstGeom prst="rect">
              <a:avLst/>
            </a:prstGeom>
            <a:noFill/>
            <a:ln>
              <a:noFill/>
            </a:ln>
          </p:spPr>
          <p:txBody>
            <a:bodyPr spcFirstLastPara="1" wrap="square" lIns="50800" tIns="50800" rIns="50800" bIns="50800" anchor="ctr" anchorCtr="0">
              <a:noAutofit/>
            </a:bodyPr>
            <a:lstStyle/>
            <a:p>
              <a:pPr marL="0" marR="0" lvl="0" indent="0" algn="ctr" rtl="0">
                <a:lnSpc>
                  <a:spcPct val="147722"/>
                </a:lnSpc>
                <a:spcBef>
                  <a:spcPts val="0"/>
                </a:spcBef>
                <a:spcAft>
                  <a:spcPts val="0"/>
                </a:spcAft>
                <a:buNone/>
              </a:pPr>
              <a:endParaRPr sz="1800">
                <a:solidFill>
                  <a:schemeClr val="dk1"/>
                </a:solidFill>
                <a:latin typeface="Calibri"/>
                <a:ea typeface="Calibri"/>
                <a:cs typeface="Calibri"/>
                <a:sym typeface="Calibri"/>
              </a:endParaRPr>
            </a:p>
          </p:txBody>
        </p:sp>
      </p:grpSp>
      <p:sp>
        <p:nvSpPr>
          <p:cNvPr id="268" name="Google Shape;268;p18"/>
          <p:cNvSpPr/>
          <p:nvPr/>
        </p:nvSpPr>
        <p:spPr>
          <a:xfrm>
            <a:off x="16313420" y="910465"/>
            <a:ext cx="945880" cy="236470"/>
          </a:xfrm>
          <a:custGeom>
            <a:avLst/>
            <a:gdLst/>
            <a:ahLst/>
            <a:cxnLst/>
            <a:rect l="l" t="t" r="r" b="b"/>
            <a:pathLst>
              <a:path w="945880" h="236470" extrusionOk="0">
                <a:moveTo>
                  <a:pt x="0" y="0"/>
                </a:moveTo>
                <a:lnTo>
                  <a:pt x="945880" y="0"/>
                </a:lnTo>
                <a:lnTo>
                  <a:pt x="945880" y="236470"/>
                </a:lnTo>
                <a:lnTo>
                  <a:pt x="0" y="236470"/>
                </a:lnTo>
                <a:lnTo>
                  <a:pt x="0" y="0"/>
                </a:lnTo>
                <a:close/>
              </a:path>
            </a:pathLst>
          </a:custGeom>
          <a:noFill/>
          <a:ln>
            <a:noFill/>
          </a:ln>
        </p:spPr>
      </p:sp>
      <p:sp>
        <p:nvSpPr>
          <p:cNvPr id="269" name="Google Shape;269;p18"/>
          <p:cNvSpPr txBox="1"/>
          <p:nvPr/>
        </p:nvSpPr>
        <p:spPr>
          <a:xfrm>
            <a:off x="152400" y="342900"/>
            <a:ext cx="17907000" cy="830997"/>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4800" b="1">
                <a:solidFill>
                  <a:srgbClr val="0033CC"/>
                </a:solidFill>
                <a:latin typeface="Times New Roman"/>
                <a:ea typeface="Times New Roman"/>
                <a:cs typeface="Times New Roman"/>
                <a:sym typeface="Times New Roman"/>
              </a:rPr>
              <a:t>PROPOSED SYSTEM ARCHITECTURE</a:t>
            </a:r>
            <a:endParaRPr sz="4800" b="1">
              <a:solidFill>
                <a:srgbClr val="0033CC"/>
              </a:solidFill>
              <a:latin typeface="Times New Roman"/>
              <a:ea typeface="Times New Roman"/>
              <a:cs typeface="Times New Roman"/>
              <a:sym typeface="Times New Roman"/>
            </a:endParaRPr>
          </a:p>
        </p:txBody>
      </p:sp>
      <p:sp>
        <p:nvSpPr>
          <p:cNvPr id="270" name="Google Shape;270;p18"/>
          <p:cNvSpPr txBox="1"/>
          <p:nvPr/>
        </p:nvSpPr>
        <p:spPr>
          <a:xfrm>
            <a:off x="2209800" y="1638300"/>
            <a:ext cx="15082200" cy="523200"/>
          </a:xfrm>
          <a:prstGeom prst="rect">
            <a:avLst/>
          </a:prstGeom>
          <a:noFill/>
          <a:ln>
            <a:noFill/>
          </a:ln>
        </p:spPr>
        <p:txBody>
          <a:bodyPr spcFirstLastPara="1" wrap="square" lIns="91425" tIns="45700" rIns="91425" bIns="45700" anchor="t" anchorCtr="0">
            <a:spAutoFit/>
          </a:bodyPr>
          <a:lstStyle/>
          <a:p>
            <a:pPr marL="457200" marR="0" lvl="0" indent="-279400" algn="l" rtl="0">
              <a:spcBef>
                <a:spcPts val="0"/>
              </a:spcBef>
              <a:spcAft>
                <a:spcPts val="0"/>
              </a:spcAft>
              <a:buClr>
                <a:schemeClr val="dk1"/>
              </a:buClr>
              <a:buSzPts val="2800"/>
              <a:buFont typeface="Calibri"/>
              <a:buNone/>
            </a:pPr>
            <a:endParaRPr sz="2800">
              <a:solidFill>
                <a:schemeClr val="dk1"/>
              </a:solidFill>
              <a:latin typeface="Calibri"/>
              <a:ea typeface="Calibri"/>
              <a:cs typeface="Calibri"/>
              <a:sym typeface="Calibri"/>
            </a:endParaRPr>
          </a:p>
        </p:txBody>
      </p:sp>
      <p:pic>
        <p:nvPicPr>
          <p:cNvPr id="271" name="Google Shape;271;p18" descr="based on the ppt genrate a proposed system architecture"/>
          <p:cNvPicPr preferRelativeResize="0"/>
          <p:nvPr/>
        </p:nvPicPr>
        <p:blipFill rotWithShape="1">
          <a:blip r:embed="rId3">
            <a:alphaModFix/>
          </a:blip>
          <a:srcRect t="12549"/>
          <a:stretch/>
        </p:blipFill>
        <p:spPr>
          <a:xfrm>
            <a:off x="2209800" y="2011191"/>
            <a:ext cx="15367277" cy="7500900"/>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Shape 275"/>
        <p:cNvGrpSpPr/>
        <p:nvPr/>
      </p:nvGrpSpPr>
      <p:grpSpPr>
        <a:xfrm>
          <a:off x="0" y="0"/>
          <a:ext cx="0" cy="0"/>
          <a:chOff x="0" y="0"/>
          <a:chExt cx="0" cy="0"/>
        </a:xfrm>
      </p:grpSpPr>
      <p:grpSp>
        <p:nvGrpSpPr>
          <p:cNvPr id="276" name="Google Shape;276;p19"/>
          <p:cNvGrpSpPr/>
          <p:nvPr/>
        </p:nvGrpSpPr>
        <p:grpSpPr>
          <a:xfrm>
            <a:off x="735588" y="5318634"/>
            <a:ext cx="992463" cy="992463"/>
            <a:chOff x="0" y="0"/>
            <a:chExt cx="812800" cy="812800"/>
          </a:xfrm>
        </p:grpSpPr>
        <p:sp>
          <p:nvSpPr>
            <p:cNvPr id="277" name="Google Shape;277;p19"/>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8" name="Google Shape;278;p19"/>
            <p:cNvSpPr txBox="1"/>
            <p:nvPr/>
          </p:nvSpPr>
          <p:spPr>
            <a:xfrm>
              <a:off x="76200" y="19050"/>
              <a:ext cx="660400" cy="717550"/>
            </a:xfrm>
            <a:prstGeom prst="rect">
              <a:avLst/>
            </a:prstGeom>
            <a:noFill/>
            <a:ln>
              <a:noFill/>
            </a:ln>
          </p:spPr>
          <p:txBody>
            <a:bodyPr spcFirstLastPara="1" wrap="square" lIns="50800" tIns="50800" rIns="50800" bIns="50800" anchor="ctr" anchorCtr="0">
              <a:noAutofit/>
            </a:bodyPr>
            <a:lstStyle/>
            <a:p>
              <a:pPr marL="0" marR="0" lvl="0" indent="0" algn="ctr" rtl="0">
                <a:lnSpc>
                  <a:spcPct val="140014"/>
                </a:lnSpc>
                <a:spcBef>
                  <a:spcPts val="0"/>
                </a:spcBef>
                <a:spcAft>
                  <a:spcPts val="0"/>
                </a:spcAft>
                <a:buNone/>
              </a:pPr>
              <a:r>
                <a:rPr lang="en-US" sz="2699">
                  <a:solidFill>
                    <a:srgbClr val="FFFEFE"/>
                  </a:solidFill>
                  <a:latin typeface="Arial"/>
                  <a:ea typeface="Arial"/>
                  <a:cs typeface="Arial"/>
                  <a:sym typeface="Arial"/>
                </a:rPr>
                <a:t>6</a:t>
              </a:r>
              <a:endParaRPr/>
            </a:p>
          </p:txBody>
        </p:sp>
      </p:grpSp>
      <p:grpSp>
        <p:nvGrpSpPr>
          <p:cNvPr id="279" name="Google Shape;279;p19"/>
          <p:cNvGrpSpPr/>
          <p:nvPr/>
        </p:nvGrpSpPr>
        <p:grpSpPr>
          <a:xfrm>
            <a:off x="977741" y="3315742"/>
            <a:ext cx="508158" cy="543805"/>
            <a:chOff x="0" y="0"/>
            <a:chExt cx="812800" cy="869819"/>
          </a:xfrm>
        </p:grpSpPr>
        <p:sp>
          <p:nvSpPr>
            <p:cNvPr id="280" name="Google Shape;280;p19"/>
            <p:cNvSpPr/>
            <p:nvPr/>
          </p:nvSpPr>
          <p:spPr>
            <a:xfrm>
              <a:off x="0" y="0"/>
              <a:ext cx="812800" cy="869819"/>
            </a:xfrm>
            <a:custGeom>
              <a:avLst/>
              <a:gdLst/>
              <a:ahLst/>
              <a:cxnLst/>
              <a:rect l="l" t="t" r="r" b="b"/>
              <a:pathLst>
                <a:path w="812800" h="869819" extrusionOk="0">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cmpd="sng">
              <a:solidFill>
                <a:srgbClr val="FD6220"/>
              </a:solidFill>
              <a:prstDash val="solid"/>
              <a:miter lim="8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1" name="Google Shape;281;p19"/>
            <p:cNvSpPr txBox="1"/>
            <p:nvPr/>
          </p:nvSpPr>
          <p:spPr>
            <a:xfrm>
              <a:off x="76200" y="52970"/>
              <a:ext cx="660400" cy="735303"/>
            </a:xfrm>
            <a:prstGeom prst="rect">
              <a:avLst/>
            </a:prstGeom>
            <a:noFill/>
            <a:ln>
              <a:noFill/>
            </a:ln>
          </p:spPr>
          <p:txBody>
            <a:bodyPr spcFirstLastPara="1" wrap="square" lIns="50800" tIns="50800" rIns="50800" bIns="50800" anchor="ctr" anchorCtr="0">
              <a:noAutofit/>
            </a:bodyPr>
            <a:lstStyle/>
            <a:p>
              <a:pPr marL="0" marR="0" lvl="0" indent="0" algn="ctr" rtl="0">
                <a:lnSpc>
                  <a:spcPct val="140000"/>
                </a:lnSpc>
                <a:spcBef>
                  <a:spcPts val="0"/>
                </a:spcBef>
                <a:spcAft>
                  <a:spcPts val="0"/>
                </a:spcAft>
                <a:buNone/>
              </a:pPr>
              <a:r>
                <a:rPr lang="en-US" sz="1700">
                  <a:solidFill>
                    <a:srgbClr val="191919"/>
                  </a:solidFill>
                  <a:latin typeface="Arial"/>
                  <a:ea typeface="Arial"/>
                  <a:cs typeface="Arial"/>
                  <a:sym typeface="Arial"/>
                </a:rPr>
                <a:t>3</a:t>
              </a:r>
              <a:endParaRPr/>
            </a:p>
          </p:txBody>
        </p:sp>
      </p:grpSp>
      <p:grpSp>
        <p:nvGrpSpPr>
          <p:cNvPr id="282" name="Google Shape;282;p19"/>
          <p:cNvGrpSpPr/>
          <p:nvPr/>
        </p:nvGrpSpPr>
        <p:grpSpPr>
          <a:xfrm>
            <a:off x="977741" y="1982349"/>
            <a:ext cx="508158" cy="543805"/>
            <a:chOff x="0" y="0"/>
            <a:chExt cx="812800" cy="869819"/>
          </a:xfrm>
        </p:grpSpPr>
        <p:sp>
          <p:nvSpPr>
            <p:cNvPr id="283" name="Google Shape;283;p19"/>
            <p:cNvSpPr/>
            <p:nvPr/>
          </p:nvSpPr>
          <p:spPr>
            <a:xfrm>
              <a:off x="0" y="0"/>
              <a:ext cx="812800" cy="869819"/>
            </a:xfrm>
            <a:custGeom>
              <a:avLst/>
              <a:gdLst/>
              <a:ahLst/>
              <a:cxnLst/>
              <a:rect l="l" t="t" r="r" b="b"/>
              <a:pathLst>
                <a:path w="812800" h="869819" extrusionOk="0">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cmpd="sng">
              <a:solidFill>
                <a:srgbClr val="FD6220"/>
              </a:solidFill>
              <a:prstDash val="solid"/>
              <a:miter lim="8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4" name="Google Shape;284;p19"/>
            <p:cNvSpPr txBox="1"/>
            <p:nvPr/>
          </p:nvSpPr>
          <p:spPr>
            <a:xfrm>
              <a:off x="76200" y="52970"/>
              <a:ext cx="660400" cy="735303"/>
            </a:xfrm>
            <a:prstGeom prst="rect">
              <a:avLst/>
            </a:prstGeom>
            <a:noFill/>
            <a:ln>
              <a:noFill/>
            </a:ln>
          </p:spPr>
          <p:txBody>
            <a:bodyPr spcFirstLastPara="1" wrap="square" lIns="50800" tIns="50800" rIns="50800" bIns="50800" anchor="ctr" anchorCtr="0">
              <a:noAutofit/>
            </a:bodyPr>
            <a:lstStyle/>
            <a:p>
              <a:pPr marL="0" marR="0" lvl="0" indent="0" algn="ctr" rtl="0">
                <a:lnSpc>
                  <a:spcPct val="140000"/>
                </a:lnSpc>
                <a:spcBef>
                  <a:spcPts val="0"/>
                </a:spcBef>
                <a:spcAft>
                  <a:spcPts val="0"/>
                </a:spcAft>
                <a:buNone/>
              </a:pPr>
              <a:r>
                <a:rPr lang="en-US" sz="1700">
                  <a:solidFill>
                    <a:srgbClr val="191919"/>
                  </a:solidFill>
                  <a:latin typeface="Arial"/>
                  <a:ea typeface="Arial"/>
                  <a:cs typeface="Arial"/>
                  <a:sym typeface="Arial"/>
                </a:rPr>
                <a:t>1</a:t>
              </a:r>
              <a:endParaRPr/>
            </a:p>
          </p:txBody>
        </p:sp>
      </p:grpSp>
      <p:grpSp>
        <p:nvGrpSpPr>
          <p:cNvPr id="285" name="Google Shape;285;p19"/>
          <p:cNvGrpSpPr/>
          <p:nvPr/>
        </p:nvGrpSpPr>
        <p:grpSpPr>
          <a:xfrm>
            <a:off x="977741" y="3983373"/>
            <a:ext cx="508158" cy="543805"/>
            <a:chOff x="0" y="0"/>
            <a:chExt cx="812800" cy="869819"/>
          </a:xfrm>
        </p:grpSpPr>
        <p:sp>
          <p:nvSpPr>
            <p:cNvPr id="286" name="Google Shape;286;p19"/>
            <p:cNvSpPr/>
            <p:nvPr/>
          </p:nvSpPr>
          <p:spPr>
            <a:xfrm>
              <a:off x="0" y="0"/>
              <a:ext cx="812800" cy="869819"/>
            </a:xfrm>
            <a:custGeom>
              <a:avLst/>
              <a:gdLst/>
              <a:ahLst/>
              <a:cxnLst/>
              <a:rect l="l" t="t" r="r" b="b"/>
              <a:pathLst>
                <a:path w="812800" h="869819" extrusionOk="0">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cmpd="sng">
              <a:solidFill>
                <a:srgbClr val="FD6220"/>
              </a:solidFill>
              <a:prstDash val="solid"/>
              <a:miter lim="8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7" name="Google Shape;287;p19"/>
            <p:cNvSpPr txBox="1"/>
            <p:nvPr/>
          </p:nvSpPr>
          <p:spPr>
            <a:xfrm>
              <a:off x="76200" y="52970"/>
              <a:ext cx="660400" cy="735303"/>
            </a:xfrm>
            <a:prstGeom prst="rect">
              <a:avLst/>
            </a:prstGeom>
            <a:noFill/>
            <a:ln>
              <a:noFill/>
            </a:ln>
          </p:spPr>
          <p:txBody>
            <a:bodyPr spcFirstLastPara="1" wrap="square" lIns="50800" tIns="50800" rIns="50800" bIns="50800" anchor="ctr" anchorCtr="0">
              <a:noAutofit/>
            </a:bodyPr>
            <a:lstStyle/>
            <a:p>
              <a:pPr marL="0" marR="0" lvl="0" indent="0" algn="ctr" rtl="0">
                <a:lnSpc>
                  <a:spcPct val="140000"/>
                </a:lnSpc>
                <a:spcBef>
                  <a:spcPts val="0"/>
                </a:spcBef>
                <a:spcAft>
                  <a:spcPts val="0"/>
                </a:spcAft>
                <a:buNone/>
              </a:pPr>
              <a:r>
                <a:rPr lang="en-US" sz="1700">
                  <a:solidFill>
                    <a:srgbClr val="191919"/>
                  </a:solidFill>
                  <a:latin typeface="Arial"/>
                  <a:ea typeface="Arial"/>
                  <a:cs typeface="Arial"/>
                  <a:sym typeface="Arial"/>
                </a:rPr>
                <a:t>4</a:t>
              </a:r>
              <a:endParaRPr/>
            </a:p>
          </p:txBody>
        </p:sp>
      </p:grpSp>
      <p:grpSp>
        <p:nvGrpSpPr>
          <p:cNvPr id="288" name="Google Shape;288;p19"/>
          <p:cNvGrpSpPr/>
          <p:nvPr/>
        </p:nvGrpSpPr>
        <p:grpSpPr>
          <a:xfrm>
            <a:off x="977741" y="2648112"/>
            <a:ext cx="508158" cy="543805"/>
            <a:chOff x="0" y="0"/>
            <a:chExt cx="812800" cy="869819"/>
          </a:xfrm>
        </p:grpSpPr>
        <p:sp>
          <p:nvSpPr>
            <p:cNvPr id="289" name="Google Shape;289;p19"/>
            <p:cNvSpPr/>
            <p:nvPr/>
          </p:nvSpPr>
          <p:spPr>
            <a:xfrm>
              <a:off x="0" y="0"/>
              <a:ext cx="812800" cy="869819"/>
            </a:xfrm>
            <a:custGeom>
              <a:avLst/>
              <a:gdLst/>
              <a:ahLst/>
              <a:cxnLst/>
              <a:rect l="l" t="t" r="r" b="b"/>
              <a:pathLst>
                <a:path w="812800" h="869819" extrusionOk="0">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cmpd="sng">
              <a:solidFill>
                <a:srgbClr val="FD6220"/>
              </a:solidFill>
              <a:prstDash val="solid"/>
              <a:miter lim="8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0" name="Google Shape;290;p19"/>
            <p:cNvSpPr txBox="1"/>
            <p:nvPr/>
          </p:nvSpPr>
          <p:spPr>
            <a:xfrm>
              <a:off x="76200" y="52970"/>
              <a:ext cx="660400" cy="735303"/>
            </a:xfrm>
            <a:prstGeom prst="rect">
              <a:avLst/>
            </a:prstGeom>
            <a:noFill/>
            <a:ln>
              <a:noFill/>
            </a:ln>
          </p:spPr>
          <p:txBody>
            <a:bodyPr spcFirstLastPara="1" wrap="square" lIns="50800" tIns="50800" rIns="50800" bIns="50800" anchor="ctr" anchorCtr="0">
              <a:noAutofit/>
            </a:bodyPr>
            <a:lstStyle/>
            <a:p>
              <a:pPr marL="0" marR="0" lvl="0" indent="0" algn="ctr" rtl="0">
                <a:lnSpc>
                  <a:spcPct val="140000"/>
                </a:lnSpc>
                <a:spcBef>
                  <a:spcPts val="0"/>
                </a:spcBef>
                <a:spcAft>
                  <a:spcPts val="0"/>
                </a:spcAft>
                <a:buNone/>
              </a:pPr>
              <a:r>
                <a:rPr lang="en-US" sz="1700">
                  <a:solidFill>
                    <a:srgbClr val="191919"/>
                  </a:solidFill>
                  <a:latin typeface="Arial"/>
                  <a:ea typeface="Arial"/>
                  <a:cs typeface="Arial"/>
                  <a:sym typeface="Arial"/>
                </a:rPr>
                <a:t>2</a:t>
              </a:r>
              <a:endParaRPr/>
            </a:p>
          </p:txBody>
        </p:sp>
      </p:grpSp>
      <p:grpSp>
        <p:nvGrpSpPr>
          <p:cNvPr id="291" name="Google Shape;291;p19"/>
          <p:cNvGrpSpPr/>
          <p:nvPr/>
        </p:nvGrpSpPr>
        <p:grpSpPr>
          <a:xfrm>
            <a:off x="977741" y="6425585"/>
            <a:ext cx="508158" cy="543805"/>
            <a:chOff x="0" y="0"/>
            <a:chExt cx="812800" cy="869819"/>
          </a:xfrm>
        </p:grpSpPr>
        <p:sp>
          <p:nvSpPr>
            <p:cNvPr id="292" name="Google Shape;292;p19"/>
            <p:cNvSpPr/>
            <p:nvPr/>
          </p:nvSpPr>
          <p:spPr>
            <a:xfrm>
              <a:off x="0" y="0"/>
              <a:ext cx="812800" cy="869819"/>
            </a:xfrm>
            <a:custGeom>
              <a:avLst/>
              <a:gdLst/>
              <a:ahLst/>
              <a:cxnLst/>
              <a:rect l="l" t="t" r="r" b="b"/>
              <a:pathLst>
                <a:path w="812800" h="869819" extrusionOk="0">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cmpd="sng">
              <a:solidFill>
                <a:srgbClr val="FD6220"/>
              </a:solidFill>
              <a:prstDash val="solid"/>
              <a:miter lim="8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3" name="Google Shape;293;p19"/>
            <p:cNvSpPr txBox="1"/>
            <p:nvPr/>
          </p:nvSpPr>
          <p:spPr>
            <a:xfrm>
              <a:off x="76200" y="52970"/>
              <a:ext cx="660400" cy="735303"/>
            </a:xfrm>
            <a:prstGeom prst="rect">
              <a:avLst/>
            </a:prstGeom>
            <a:noFill/>
            <a:ln>
              <a:noFill/>
            </a:ln>
          </p:spPr>
          <p:txBody>
            <a:bodyPr spcFirstLastPara="1" wrap="square" lIns="50800" tIns="50800" rIns="50800" bIns="50800" anchor="ctr" anchorCtr="0">
              <a:noAutofit/>
            </a:bodyPr>
            <a:lstStyle/>
            <a:p>
              <a:pPr marL="0" marR="0" lvl="0" indent="0" algn="ctr" rtl="0">
                <a:lnSpc>
                  <a:spcPct val="140000"/>
                </a:lnSpc>
                <a:spcBef>
                  <a:spcPts val="0"/>
                </a:spcBef>
                <a:spcAft>
                  <a:spcPts val="0"/>
                </a:spcAft>
                <a:buNone/>
              </a:pPr>
              <a:r>
                <a:rPr lang="en-US" sz="1700">
                  <a:solidFill>
                    <a:srgbClr val="191919"/>
                  </a:solidFill>
                  <a:latin typeface="Arial"/>
                  <a:ea typeface="Arial"/>
                  <a:cs typeface="Arial"/>
                  <a:sym typeface="Arial"/>
                </a:rPr>
                <a:t>7</a:t>
              </a:r>
              <a:endParaRPr/>
            </a:p>
          </p:txBody>
        </p:sp>
      </p:grpSp>
      <p:grpSp>
        <p:nvGrpSpPr>
          <p:cNvPr id="294" name="Google Shape;294;p19"/>
          <p:cNvGrpSpPr/>
          <p:nvPr/>
        </p:nvGrpSpPr>
        <p:grpSpPr>
          <a:xfrm>
            <a:off x="977741" y="4651003"/>
            <a:ext cx="508158" cy="543805"/>
            <a:chOff x="0" y="0"/>
            <a:chExt cx="812800" cy="869819"/>
          </a:xfrm>
        </p:grpSpPr>
        <p:sp>
          <p:nvSpPr>
            <p:cNvPr id="295" name="Google Shape;295;p19"/>
            <p:cNvSpPr/>
            <p:nvPr/>
          </p:nvSpPr>
          <p:spPr>
            <a:xfrm>
              <a:off x="0" y="0"/>
              <a:ext cx="812800" cy="869819"/>
            </a:xfrm>
            <a:custGeom>
              <a:avLst/>
              <a:gdLst/>
              <a:ahLst/>
              <a:cxnLst/>
              <a:rect l="l" t="t" r="r" b="b"/>
              <a:pathLst>
                <a:path w="812800" h="869819" extrusionOk="0">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cmpd="sng">
              <a:solidFill>
                <a:srgbClr val="FD6220"/>
              </a:solidFill>
              <a:prstDash val="solid"/>
              <a:miter lim="8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6" name="Google Shape;296;p19"/>
            <p:cNvSpPr txBox="1"/>
            <p:nvPr/>
          </p:nvSpPr>
          <p:spPr>
            <a:xfrm>
              <a:off x="76200" y="52970"/>
              <a:ext cx="660400" cy="735303"/>
            </a:xfrm>
            <a:prstGeom prst="rect">
              <a:avLst/>
            </a:prstGeom>
            <a:noFill/>
            <a:ln>
              <a:noFill/>
            </a:ln>
          </p:spPr>
          <p:txBody>
            <a:bodyPr spcFirstLastPara="1" wrap="square" lIns="50800" tIns="50800" rIns="50800" bIns="50800" anchor="ctr" anchorCtr="0">
              <a:noAutofit/>
            </a:bodyPr>
            <a:lstStyle/>
            <a:p>
              <a:pPr marL="0" marR="0" lvl="0" indent="0" algn="ctr" rtl="0">
                <a:lnSpc>
                  <a:spcPct val="140000"/>
                </a:lnSpc>
                <a:spcBef>
                  <a:spcPts val="0"/>
                </a:spcBef>
                <a:spcAft>
                  <a:spcPts val="0"/>
                </a:spcAft>
                <a:buNone/>
              </a:pPr>
              <a:r>
                <a:rPr lang="en-US" sz="1700">
                  <a:solidFill>
                    <a:srgbClr val="191919"/>
                  </a:solidFill>
                  <a:latin typeface="Arial"/>
                  <a:ea typeface="Arial"/>
                  <a:cs typeface="Arial"/>
                  <a:sym typeface="Arial"/>
                </a:rPr>
                <a:t>5</a:t>
              </a:r>
              <a:endParaRPr/>
            </a:p>
          </p:txBody>
        </p:sp>
      </p:grpSp>
      <p:grpSp>
        <p:nvGrpSpPr>
          <p:cNvPr id="297" name="Google Shape;297;p19"/>
          <p:cNvGrpSpPr/>
          <p:nvPr/>
        </p:nvGrpSpPr>
        <p:grpSpPr>
          <a:xfrm>
            <a:off x="977741" y="7093216"/>
            <a:ext cx="508158" cy="543805"/>
            <a:chOff x="0" y="0"/>
            <a:chExt cx="812800" cy="869819"/>
          </a:xfrm>
        </p:grpSpPr>
        <p:sp>
          <p:nvSpPr>
            <p:cNvPr id="298" name="Google Shape;298;p19"/>
            <p:cNvSpPr/>
            <p:nvPr/>
          </p:nvSpPr>
          <p:spPr>
            <a:xfrm>
              <a:off x="0" y="0"/>
              <a:ext cx="812800" cy="869819"/>
            </a:xfrm>
            <a:custGeom>
              <a:avLst/>
              <a:gdLst/>
              <a:ahLst/>
              <a:cxnLst/>
              <a:rect l="l" t="t" r="r" b="b"/>
              <a:pathLst>
                <a:path w="812800" h="869819" extrusionOk="0">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cmpd="sng">
              <a:solidFill>
                <a:srgbClr val="FD6220"/>
              </a:solidFill>
              <a:prstDash val="solid"/>
              <a:miter lim="8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9" name="Google Shape;299;p19"/>
            <p:cNvSpPr txBox="1"/>
            <p:nvPr/>
          </p:nvSpPr>
          <p:spPr>
            <a:xfrm>
              <a:off x="76200" y="52970"/>
              <a:ext cx="660400" cy="735303"/>
            </a:xfrm>
            <a:prstGeom prst="rect">
              <a:avLst/>
            </a:prstGeom>
            <a:noFill/>
            <a:ln>
              <a:noFill/>
            </a:ln>
          </p:spPr>
          <p:txBody>
            <a:bodyPr spcFirstLastPara="1" wrap="square" lIns="50800" tIns="50800" rIns="50800" bIns="50800" anchor="ctr" anchorCtr="0">
              <a:noAutofit/>
            </a:bodyPr>
            <a:lstStyle/>
            <a:p>
              <a:pPr marL="0" marR="0" lvl="0" indent="0" algn="ctr" rtl="0">
                <a:lnSpc>
                  <a:spcPct val="140000"/>
                </a:lnSpc>
                <a:spcBef>
                  <a:spcPts val="0"/>
                </a:spcBef>
                <a:spcAft>
                  <a:spcPts val="0"/>
                </a:spcAft>
                <a:buNone/>
              </a:pPr>
              <a:r>
                <a:rPr lang="en-US" sz="1700">
                  <a:solidFill>
                    <a:srgbClr val="191919"/>
                  </a:solidFill>
                  <a:latin typeface="Arial"/>
                  <a:ea typeface="Arial"/>
                  <a:cs typeface="Arial"/>
                  <a:sym typeface="Arial"/>
                </a:rPr>
                <a:t>8</a:t>
              </a:r>
              <a:endParaRPr/>
            </a:p>
          </p:txBody>
        </p:sp>
      </p:grpSp>
      <p:grpSp>
        <p:nvGrpSpPr>
          <p:cNvPr id="300" name="Google Shape;300;p19"/>
          <p:cNvGrpSpPr/>
          <p:nvPr/>
        </p:nvGrpSpPr>
        <p:grpSpPr>
          <a:xfrm>
            <a:off x="977741" y="7760846"/>
            <a:ext cx="508158" cy="543805"/>
            <a:chOff x="0" y="0"/>
            <a:chExt cx="812800" cy="869819"/>
          </a:xfrm>
        </p:grpSpPr>
        <p:sp>
          <p:nvSpPr>
            <p:cNvPr id="301" name="Google Shape;301;p19"/>
            <p:cNvSpPr/>
            <p:nvPr/>
          </p:nvSpPr>
          <p:spPr>
            <a:xfrm>
              <a:off x="0" y="0"/>
              <a:ext cx="812800" cy="869819"/>
            </a:xfrm>
            <a:custGeom>
              <a:avLst/>
              <a:gdLst/>
              <a:ahLst/>
              <a:cxnLst/>
              <a:rect l="l" t="t" r="r" b="b"/>
              <a:pathLst>
                <a:path w="812800" h="869819" extrusionOk="0">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cmpd="sng">
              <a:solidFill>
                <a:srgbClr val="FD6220"/>
              </a:solidFill>
              <a:prstDash val="solid"/>
              <a:miter lim="8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2" name="Google Shape;302;p19"/>
            <p:cNvSpPr txBox="1"/>
            <p:nvPr/>
          </p:nvSpPr>
          <p:spPr>
            <a:xfrm>
              <a:off x="76200" y="52970"/>
              <a:ext cx="660400" cy="735303"/>
            </a:xfrm>
            <a:prstGeom prst="rect">
              <a:avLst/>
            </a:prstGeom>
            <a:noFill/>
            <a:ln>
              <a:noFill/>
            </a:ln>
          </p:spPr>
          <p:txBody>
            <a:bodyPr spcFirstLastPara="1" wrap="square" lIns="50800" tIns="50800" rIns="50800" bIns="50800" anchor="ctr" anchorCtr="0">
              <a:noAutofit/>
            </a:bodyPr>
            <a:lstStyle/>
            <a:p>
              <a:pPr marL="0" marR="0" lvl="0" indent="0" algn="ctr" rtl="0">
                <a:lnSpc>
                  <a:spcPct val="140000"/>
                </a:lnSpc>
                <a:spcBef>
                  <a:spcPts val="0"/>
                </a:spcBef>
                <a:spcAft>
                  <a:spcPts val="0"/>
                </a:spcAft>
                <a:buNone/>
              </a:pPr>
              <a:r>
                <a:rPr lang="en-US" sz="1700">
                  <a:solidFill>
                    <a:srgbClr val="191919"/>
                  </a:solidFill>
                  <a:latin typeface="Arial"/>
                  <a:ea typeface="Arial"/>
                  <a:cs typeface="Arial"/>
                  <a:sym typeface="Arial"/>
                </a:rPr>
                <a:t>9</a:t>
              </a:r>
              <a:endParaRPr/>
            </a:p>
          </p:txBody>
        </p:sp>
      </p:grpSp>
      <p:sp>
        <p:nvSpPr>
          <p:cNvPr id="303" name="Google Shape;303;p19"/>
          <p:cNvSpPr/>
          <p:nvPr/>
        </p:nvSpPr>
        <p:spPr>
          <a:xfrm>
            <a:off x="16313420" y="910465"/>
            <a:ext cx="945880" cy="236470"/>
          </a:xfrm>
          <a:custGeom>
            <a:avLst/>
            <a:gdLst/>
            <a:ahLst/>
            <a:cxnLst/>
            <a:rect l="l" t="t" r="r" b="b"/>
            <a:pathLst>
              <a:path w="945880" h="236470" extrusionOk="0">
                <a:moveTo>
                  <a:pt x="0" y="0"/>
                </a:moveTo>
                <a:lnTo>
                  <a:pt x="945880" y="0"/>
                </a:lnTo>
                <a:lnTo>
                  <a:pt x="945880" y="236470"/>
                </a:lnTo>
                <a:lnTo>
                  <a:pt x="0" y="236470"/>
                </a:lnTo>
                <a:lnTo>
                  <a:pt x="0" y="0"/>
                </a:lnTo>
                <a:close/>
              </a:path>
            </a:pathLst>
          </a:custGeom>
          <a:noFill/>
          <a:ln>
            <a:noFill/>
          </a:ln>
        </p:spPr>
      </p:sp>
      <p:sp>
        <p:nvSpPr>
          <p:cNvPr id="304" name="Google Shape;304;p19"/>
          <p:cNvSpPr txBox="1"/>
          <p:nvPr/>
        </p:nvSpPr>
        <p:spPr>
          <a:xfrm>
            <a:off x="190500" y="315938"/>
            <a:ext cx="17907000" cy="830997"/>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4800" b="1">
                <a:solidFill>
                  <a:srgbClr val="0033CC"/>
                </a:solidFill>
                <a:latin typeface="Times New Roman"/>
                <a:ea typeface="Times New Roman"/>
                <a:cs typeface="Times New Roman"/>
                <a:sym typeface="Times New Roman"/>
              </a:rPr>
              <a:t>WORKFLOW</a:t>
            </a:r>
            <a:endParaRPr sz="4800" b="1">
              <a:solidFill>
                <a:srgbClr val="0033CC"/>
              </a:solidFill>
              <a:latin typeface="Times New Roman"/>
              <a:ea typeface="Times New Roman"/>
              <a:cs typeface="Times New Roman"/>
              <a:sym typeface="Times New Roman"/>
            </a:endParaRPr>
          </a:p>
        </p:txBody>
      </p:sp>
      <p:sp>
        <p:nvSpPr>
          <p:cNvPr id="305" name="Google Shape;305;p19"/>
          <p:cNvSpPr txBox="1"/>
          <p:nvPr/>
        </p:nvSpPr>
        <p:spPr>
          <a:xfrm>
            <a:off x="2209800" y="1638300"/>
            <a:ext cx="15082200" cy="44022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endParaRPr sz="2800">
              <a:solidFill>
                <a:schemeClr val="dk1"/>
              </a:solidFill>
              <a:latin typeface="Calibri"/>
              <a:ea typeface="Calibri"/>
              <a:cs typeface="Calibri"/>
              <a:sym typeface="Calibri"/>
            </a:endParaRPr>
          </a:p>
          <a:p>
            <a:pPr marL="457200" marR="0" lvl="0" indent="-279400" algn="l" rtl="0">
              <a:spcBef>
                <a:spcPts val="0"/>
              </a:spcBef>
              <a:spcAft>
                <a:spcPts val="0"/>
              </a:spcAft>
              <a:buClr>
                <a:schemeClr val="dk1"/>
              </a:buClr>
              <a:buSzPts val="2800"/>
              <a:buFont typeface="Calibri"/>
              <a:buNone/>
            </a:pPr>
            <a:endParaRPr sz="2800">
              <a:solidFill>
                <a:schemeClr val="dk1"/>
              </a:solidFill>
              <a:latin typeface="Calibri"/>
              <a:ea typeface="Calibri"/>
              <a:cs typeface="Calibri"/>
              <a:sym typeface="Calibri"/>
            </a:endParaRPr>
          </a:p>
          <a:p>
            <a:pPr marL="457200" marR="0" lvl="0" indent="-279400" algn="l" rtl="0">
              <a:spcBef>
                <a:spcPts val="0"/>
              </a:spcBef>
              <a:spcAft>
                <a:spcPts val="0"/>
              </a:spcAft>
              <a:buClr>
                <a:schemeClr val="dk1"/>
              </a:buClr>
              <a:buSzPts val="2800"/>
              <a:buFont typeface="Calibri"/>
              <a:buNone/>
            </a:pPr>
            <a:endParaRPr sz="2800">
              <a:solidFill>
                <a:schemeClr val="dk1"/>
              </a:solidFill>
              <a:latin typeface="Calibri"/>
              <a:ea typeface="Calibri"/>
              <a:cs typeface="Calibri"/>
              <a:sym typeface="Calibri"/>
            </a:endParaRPr>
          </a:p>
          <a:p>
            <a:pPr marL="457200" marR="0" lvl="0" indent="-279400" algn="l" rtl="0">
              <a:spcBef>
                <a:spcPts val="0"/>
              </a:spcBef>
              <a:spcAft>
                <a:spcPts val="0"/>
              </a:spcAft>
              <a:buClr>
                <a:schemeClr val="dk1"/>
              </a:buClr>
              <a:buSzPts val="2800"/>
              <a:buFont typeface="Calibri"/>
              <a:buNone/>
            </a:pPr>
            <a:endParaRPr sz="2800">
              <a:solidFill>
                <a:schemeClr val="dk1"/>
              </a:solidFill>
              <a:latin typeface="Calibri"/>
              <a:ea typeface="Calibri"/>
              <a:cs typeface="Calibri"/>
              <a:sym typeface="Calibri"/>
            </a:endParaRPr>
          </a:p>
          <a:p>
            <a:pPr marL="457200" marR="0" lvl="0" indent="-279400" algn="l" rtl="0">
              <a:spcBef>
                <a:spcPts val="0"/>
              </a:spcBef>
              <a:spcAft>
                <a:spcPts val="0"/>
              </a:spcAft>
              <a:buClr>
                <a:schemeClr val="dk1"/>
              </a:buClr>
              <a:buSzPts val="2800"/>
              <a:buFont typeface="Calibri"/>
              <a:buNone/>
            </a:pPr>
            <a:endParaRPr sz="2800">
              <a:solidFill>
                <a:schemeClr val="dk1"/>
              </a:solidFill>
              <a:latin typeface="Calibri"/>
              <a:ea typeface="Calibri"/>
              <a:cs typeface="Calibri"/>
              <a:sym typeface="Calibri"/>
            </a:endParaRPr>
          </a:p>
          <a:p>
            <a:pPr marL="457200" marR="0" lvl="0" indent="-279400" algn="l" rtl="0">
              <a:spcBef>
                <a:spcPts val="0"/>
              </a:spcBef>
              <a:spcAft>
                <a:spcPts val="0"/>
              </a:spcAft>
              <a:buClr>
                <a:schemeClr val="dk1"/>
              </a:buClr>
              <a:buSzPts val="2800"/>
              <a:buFont typeface="Calibri"/>
              <a:buNone/>
            </a:pPr>
            <a:endParaRPr sz="2800">
              <a:solidFill>
                <a:schemeClr val="dk1"/>
              </a:solidFill>
              <a:latin typeface="Calibri"/>
              <a:ea typeface="Calibri"/>
              <a:cs typeface="Calibri"/>
              <a:sym typeface="Calibri"/>
            </a:endParaRPr>
          </a:p>
          <a:p>
            <a:pPr marL="457200" marR="0" lvl="0" indent="-279400" algn="l" rtl="0">
              <a:spcBef>
                <a:spcPts val="0"/>
              </a:spcBef>
              <a:spcAft>
                <a:spcPts val="0"/>
              </a:spcAft>
              <a:buClr>
                <a:schemeClr val="dk1"/>
              </a:buClr>
              <a:buSzPts val="2800"/>
              <a:buFont typeface="Calibri"/>
              <a:buNone/>
            </a:pPr>
            <a:endParaRPr sz="2800">
              <a:solidFill>
                <a:schemeClr val="dk1"/>
              </a:solidFill>
              <a:latin typeface="Calibri"/>
              <a:ea typeface="Calibri"/>
              <a:cs typeface="Calibri"/>
              <a:sym typeface="Calibri"/>
            </a:endParaRPr>
          </a:p>
          <a:p>
            <a:pPr marL="457200" marR="0" lvl="0" indent="-279400" algn="l" rtl="0">
              <a:spcBef>
                <a:spcPts val="0"/>
              </a:spcBef>
              <a:spcAft>
                <a:spcPts val="0"/>
              </a:spcAft>
              <a:buClr>
                <a:schemeClr val="dk1"/>
              </a:buClr>
              <a:buSzPts val="2800"/>
              <a:buFont typeface="Calibri"/>
              <a:buNone/>
            </a:pPr>
            <a:endParaRPr sz="2800">
              <a:solidFill>
                <a:schemeClr val="dk1"/>
              </a:solidFill>
              <a:latin typeface="Calibri"/>
              <a:ea typeface="Calibri"/>
              <a:cs typeface="Calibri"/>
              <a:sym typeface="Calibri"/>
            </a:endParaRPr>
          </a:p>
          <a:p>
            <a:pPr marL="457200" marR="0" lvl="0" indent="-279400" algn="l" rtl="0">
              <a:spcBef>
                <a:spcPts val="0"/>
              </a:spcBef>
              <a:spcAft>
                <a:spcPts val="0"/>
              </a:spcAft>
              <a:buClr>
                <a:schemeClr val="dk1"/>
              </a:buClr>
              <a:buSzPts val="2800"/>
              <a:buFont typeface="Calibri"/>
              <a:buNone/>
            </a:pPr>
            <a:endParaRPr sz="2800">
              <a:solidFill>
                <a:schemeClr val="dk1"/>
              </a:solidFill>
              <a:latin typeface="Calibri"/>
              <a:ea typeface="Calibri"/>
              <a:cs typeface="Calibri"/>
              <a:sym typeface="Calibri"/>
            </a:endParaRPr>
          </a:p>
          <a:p>
            <a:pPr marL="457200" marR="0" lvl="0" indent="-279400" algn="l" rtl="0">
              <a:spcBef>
                <a:spcPts val="0"/>
              </a:spcBef>
              <a:spcAft>
                <a:spcPts val="0"/>
              </a:spcAft>
              <a:buClr>
                <a:schemeClr val="dk1"/>
              </a:buClr>
              <a:buSzPts val="2800"/>
              <a:buFont typeface="Calibri"/>
              <a:buNone/>
            </a:pPr>
            <a:endParaRPr sz="2800">
              <a:solidFill>
                <a:schemeClr val="dk1"/>
              </a:solidFill>
              <a:latin typeface="Calibri"/>
              <a:ea typeface="Calibri"/>
              <a:cs typeface="Calibri"/>
              <a:sym typeface="Calibri"/>
            </a:endParaRPr>
          </a:p>
        </p:txBody>
      </p:sp>
      <p:pic>
        <p:nvPicPr>
          <p:cNvPr id="306" name="Google Shape;306;p19" descr="Generate a clean, professional Data Flow Diagram (DFD) for a 'Smart Student Study Planner' web application.The workflow should follow these steps in a sequence:&#10;1. User Authentication: User logs in/registers via Spring Security.&#10;2. Dashboard Access: Successful login directs the user to the 'Command Center' displaying Quick Stats and Recent Activity.&#10;3. Subject Management: User adds a new subject (e.g., 'Cyber Security').&#10;4. Resource Upload: User uploads a PDF/PPT and assigns it to a specific subject.&#10;5. Study Board Interaction: User creates Revision Cards with text and images for that subject.&#10;6. Task Management: User sets a To-Do task with a reminder.&#10;7. Output View: User clicks a revision card to open the Modal Overlay or opens the PDF in a new browser tab.Design Style: Use a horizontal or vertical flowchart with rounded boxes. Use clear arrows to indicate the 'Success' path. Keep the background white and the boxes in professional blue shades to match the Architecture slide.&quot;Key Highlights for your Slide 6 Description:Authentication Flow: Ensures secure entry and creates a personalized session for each student.Resource Mapping: Demonstrates how files move from a generic upload to a subject-specific folder and the master document list.Interactive Loop: Shows the connection between the Study Board, Revision Cards, and the original document source for seamless learning.Feedback System: Illustrates how activities are captured and sent back to the Dashboard's Recent Activity feed."/>
          <p:cNvPicPr preferRelativeResize="0"/>
          <p:nvPr/>
        </p:nvPicPr>
        <p:blipFill>
          <a:blip r:embed="rId3">
            <a:alphaModFix/>
          </a:blip>
          <a:stretch>
            <a:fillRect/>
          </a:stretch>
        </p:blipFill>
        <p:spPr>
          <a:xfrm>
            <a:off x="2615649" y="1638300"/>
            <a:ext cx="13932876" cy="7776500"/>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Shape 310"/>
        <p:cNvGrpSpPr/>
        <p:nvPr/>
      </p:nvGrpSpPr>
      <p:grpSpPr>
        <a:xfrm>
          <a:off x="0" y="0"/>
          <a:ext cx="0" cy="0"/>
          <a:chOff x="0" y="0"/>
          <a:chExt cx="0" cy="0"/>
        </a:xfrm>
      </p:grpSpPr>
      <p:grpSp>
        <p:nvGrpSpPr>
          <p:cNvPr id="311" name="Google Shape;311;p20"/>
          <p:cNvGrpSpPr/>
          <p:nvPr/>
        </p:nvGrpSpPr>
        <p:grpSpPr>
          <a:xfrm>
            <a:off x="735588" y="5976927"/>
            <a:ext cx="992463" cy="992463"/>
            <a:chOff x="0" y="0"/>
            <a:chExt cx="812800" cy="812800"/>
          </a:xfrm>
        </p:grpSpPr>
        <p:sp>
          <p:nvSpPr>
            <p:cNvPr id="312" name="Google Shape;312;p20"/>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3" name="Google Shape;313;p20"/>
            <p:cNvSpPr txBox="1"/>
            <p:nvPr/>
          </p:nvSpPr>
          <p:spPr>
            <a:xfrm>
              <a:off x="76200" y="19050"/>
              <a:ext cx="660400" cy="717550"/>
            </a:xfrm>
            <a:prstGeom prst="rect">
              <a:avLst/>
            </a:prstGeom>
            <a:noFill/>
            <a:ln>
              <a:noFill/>
            </a:ln>
          </p:spPr>
          <p:txBody>
            <a:bodyPr spcFirstLastPara="1" wrap="square" lIns="50800" tIns="50800" rIns="50800" bIns="50800" anchor="ctr" anchorCtr="0">
              <a:noAutofit/>
            </a:bodyPr>
            <a:lstStyle/>
            <a:p>
              <a:pPr marL="0" marR="0" lvl="0" indent="0" algn="ctr" rtl="0">
                <a:lnSpc>
                  <a:spcPct val="140014"/>
                </a:lnSpc>
                <a:spcBef>
                  <a:spcPts val="0"/>
                </a:spcBef>
                <a:spcAft>
                  <a:spcPts val="0"/>
                </a:spcAft>
                <a:buNone/>
              </a:pPr>
              <a:r>
                <a:rPr lang="en-US" sz="2699">
                  <a:solidFill>
                    <a:srgbClr val="FFFEFE"/>
                  </a:solidFill>
                  <a:latin typeface="Arial"/>
                  <a:ea typeface="Arial"/>
                  <a:cs typeface="Arial"/>
                  <a:sym typeface="Arial"/>
                </a:rPr>
                <a:t>7</a:t>
              </a:r>
              <a:endParaRPr/>
            </a:p>
          </p:txBody>
        </p:sp>
      </p:grpSp>
      <p:grpSp>
        <p:nvGrpSpPr>
          <p:cNvPr id="314" name="Google Shape;314;p20"/>
          <p:cNvGrpSpPr/>
          <p:nvPr/>
        </p:nvGrpSpPr>
        <p:grpSpPr>
          <a:xfrm>
            <a:off x="977741" y="3315742"/>
            <a:ext cx="508158" cy="543805"/>
            <a:chOff x="0" y="0"/>
            <a:chExt cx="812800" cy="869819"/>
          </a:xfrm>
        </p:grpSpPr>
        <p:sp>
          <p:nvSpPr>
            <p:cNvPr id="315" name="Google Shape;315;p20"/>
            <p:cNvSpPr/>
            <p:nvPr/>
          </p:nvSpPr>
          <p:spPr>
            <a:xfrm>
              <a:off x="0" y="0"/>
              <a:ext cx="812800" cy="869819"/>
            </a:xfrm>
            <a:custGeom>
              <a:avLst/>
              <a:gdLst/>
              <a:ahLst/>
              <a:cxnLst/>
              <a:rect l="l" t="t" r="r" b="b"/>
              <a:pathLst>
                <a:path w="812800" h="869819" extrusionOk="0">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cmpd="sng">
              <a:solidFill>
                <a:srgbClr val="FD6220"/>
              </a:solidFill>
              <a:prstDash val="solid"/>
              <a:miter lim="8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6" name="Google Shape;316;p20"/>
            <p:cNvSpPr txBox="1"/>
            <p:nvPr/>
          </p:nvSpPr>
          <p:spPr>
            <a:xfrm>
              <a:off x="76200" y="52970"/>
              <a:ext cx="660400" cy="735303"/>
            </a:xfrm>
            <a:prstGeom prst="rect">
              <a:avLst/>
            </a:prstGeom>
            <a:noFill/>
            <a:ln>
              <a:noFill/>
            </a:ln>
          </p:spPr>
          <p:txBody>
            <a:bodyPr spcFirstLastPara="1" wrap="square" lIns="50800" tIns="50800" rIns="50800" bIns="50800" anchor="ctr" anchorCtr="0">
              <a:noAutofit/>
            </a:bodyPr>
            <a:lstStyle/>
            <a:p>
              <a:pPr marL="0" marR="0" lvl="0" indent="0" algn="ctr" rtl="0">
                <a:lnSpc>
                  <a:spcPct val="140000"/>
                </a:lnSpc>
                <a:spcBef>
                  <a:spcPts val="0"/>
                </a:spcBef>
                <a:spcAft>
                  <a:spcPts val="0"/>
                </a:spcAft>
                <a:buNone/>
              </a:pPr>
              <a:r>
                <a:rPr lang="en-US" sz="1700">
                  <a:solidFill>
                    <a:srgbClr val="191919"/>
                  </a:solidFill>
                  <a:latin typeface="Arial"/>
                  <a:ea typeface="Arial"/>
                  <a:cs typeface="Arial"/>
                  <a:sym typeface="Arial"/>
                </a:rPr>
                <a:t>3</a:t>
              </a:r>
              <a:endParaRPr/>
            </a:p>
          </p:txBody>
        </p:sp>
      </p:grpSp>
      <p:grpSp>
        <p:nvGrpSpPr>
          <p:cNvPr id="317" name="Google Shape;317;p20"/>
          <p:cNvGrpSpPr/>
          <p:nvPr/>
        </p:nvGrpSpPr>
        <p:grpSpPr>
          <a:xfrm>
            <a:off x="977741" y="1982349"/>
            <a:ext cx="508158" cy="543805"/>
            <a:chOff x="0" y="0"/>
            <a:chExt cx="812800" cy="869819"/>
          </a:xfrm>
        </p:grpSpPr>
        <p:sp>
          <p:nvSpPr>
            <p:cNvPr id="318" name="Google Shape;318;p20"/>
            <p:cNvSpPr/>
            <p:nvPr/>
          </p:nvSpPr>
          <p:spPr>
            <a:xfrm>
              <a:off x="0" y="0"/>
              <a:ext cx="812800" cy="869819"/>
            </a:xfrm>
            <a:custGeom>
              <a:avLst/>
              <a:gdLst/>
              <a:ahLst/>
              <a:cxnLst/>
              <a:rect l="l" t="t" r="r" b="b"/>
              <a:pathLst>
                <a:path w="812800" h="869819" extrusionOk="0">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cmpd="sng">
              <a:solidFill>
                <a:srgbClr val="FD6220"/>
              </a:solidFill>
              <a:prstDash val="solid"/>
              <a:miter lim="8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9" name="Google Shape;319;p20"/>
            <p:cNvSpPr txBox="1"/>
            <p:nvPr/>
          </p:nvSpPr>
          <p:spPr>
            <a:xfrm>
              <a:off x="76200" y="52970"/>
              <a:ext cx="660400" cy="735303"/>
            </a:xfrm>
            <a:prstGeom prst="rect">
              <a:avLst/>
            </a:prstGeom>
            <a:noFill/>
            <a:ln>
              <a:noFill/>
            </a:ln>
          </p:spPr>
          <p:txBody>
            <a:bodyPr spcFirstLastPara="1" wrap="square" lIns="50800" tIns="50800" rIns="50800" bIns="50800" anchor="ctr" anchorCtr="0">
              <a:noAutofit/>
            </a:bodyPr>
            <a:lstStyle/>
            <a:p>
              <a:pPr marL="0" marR="0" lvl="0" indent="0" algn="ctr" rtl="0">
                <a:lnSpc>
                  <a:spcPct val="140000"/>
                </a:lnSpc>
                <a:spcBef>
                  <a:spcPts val="0"/>
                </a:spcBef>
                <a:spcAft>
                  <a:spcPts val="0"/>
                </a:spcAft>
                <a:buNone/>
              </a:pPr>
              <a:r>
                <a:rPr lang="en-US" sz="1700">
                  <a:solidFill>
                    <a:srgbClr val="191919"/>
                  </a:solidFill>
                  <a:latin typeface="Arial"/>
                  <a:ea typeface="Arial"/>
                  <a:cs typeface="Arial"/>
                  <a:sym typeface="Arial"/>
                </a:rPr>
                <a:t>1</a:t>
              </a:r>
              <a:endParaRPr/>
            </a:p>
          </p:txBody>
        </p:sp>
      </p:grpSp>
      <p:grpSp>
        <p:nvGrpSpPr>
          <p:cNvPr id="320" name="Google Shape;320;p20"/>
          <p:cNvGrpSpPr/>
          <p:nvPr/>
        </p:nvGrpSpPr>
        <p:grpSpPr>
          <a:xfrm>
            <a:off x="977741" y="3983373"/>
            <a:ext cx="508158" cy="543805"/>
            <a:chOff x="0" y="0"/>
            <a:chExt cx="812800" cy="869819"/>
          </a:xfrm>
        </p:grpSpPr>
        <p:sp>
          <p:nvSpPr>
            <p:cNvPr id="321" name="Google Shape;321;p20"/>
            <p:cNvSpPr/>
            <p:nvPr/>
          </p:nvSpPr>
          <p:spPr>
            <a:xfrm>
              <a:off x="0" y="0"/>
              <a:ext cx="812800" cy="869819"/>
            </a:xfrm>
            <a:custGeom>
              <a:avLst/>
              <a:gdLst/>
              <a:ahLst/>
              <a:cxnLst/>
              <a:rect l="l" t="t" r="r" b="b"/>
              <a:pathLst>
                <a:path w="812800" h="869819" extrusionOk="0">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cmpd="sng">
              <a:solidFill>
                <a:srgbClr val="FD6220"/>
              </a:solidFill>
              <a:prstDash val="solid"/>
              <a:miter lim="8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2" name="Google Shape;322;p20"/>
            <p:cNvSpPr txBox="1"/>
            <p:nvPr/>
          </p:nvSpPr>
          <p:spPr>
            <a:xfrm>
              <a:off x="76200" y="52970"/>
              <a:ext cx="660400" cy="735303"/>
            </a:xfrm>
            <a:prstGeom prst="rect">
              <a:avLst/>
            </a:prstGeom>
            <a:noFill/>
            <a:ln>
              <a:noFill/>
            </a:ln>
          </p:spPr>
          <p:txBody>
            <a:bodyPr spcFirstLastPara="1" wrap="square" lIns="50800" tIns="50800" rIns="50800" bIns="50800" anchor="ctr" anchorCtr="0">
              <a:noAutofit/>
            </a:bodyPr>
            <a:lstStyle/>
            <a:p>
              <a:pPr marL="0" marR="0" lvl="0" indent="0" algn="ctr" rtl="0">
                <a:lnSpc>
                  <a:spcPct val="140000"/>
                </a:lnSpc>
                <a:spcBef>
                  <a:spcPts val="0"/>
                </a:spcBef>
                <a:spcAft>
                  <a:spcPts val="0"/>
                </a:spcAft>
                <a:buNone/>
              </a:pPr>
              <a:r>
                <a:rPr lang="en-US" sz="1700">
                  <a:solidFill>
                    <a:srgbClr val="191919"/>
                  </a:solidFill>
                  <a:latin typeface="Arial"/>
                  <a:ea typeface="Arial"/>
                  <a:cs typeface="Arial"/>
                  <a:sym typeface="Arial"/>
                </a:rPr>
                <a:t>4</a:t>
              </a:r>
              <a:endParaRPr/>
            </a:p>
          </p:txBody>
        </p:sp>
      </p:grpSp>
      <p:grpSp>
        <p:nvGrpSpPr>
          <p:cNvPr id="323" name="Google Shape;323;p20"/>
          <p:cNvGrpSpPr/>
          <p:nvPr/>
        </p:nvGrpSpPr>
        <p:grpSpPr>
          <a:xfrm>
            <a:off x="977741" y="2648112"/>
            <a:ext cx="508158" cy="543805"/>
            <a:chOff x="0" y="0"/>
            <a:chExt cx="812800" cy="869819"/>
          </a:xfrm>
        </p:grpSpPr>
        <p:sp>
          <p:nvSpPr>
            <p:cNvPr id="324" name="Google Shape;324;p20"/>
            <p:cNvSpPr/>
            <p:nvPr/>
          </p:nvSpPr>
          <p:spPr>
            <a:xfrm>
              <a:off x="0" y="0"/>
              <a:ext cx="812800" cy="869819"/>
            </a:xfrm>
            <a:custGeom>
              <a:avLst/>
              <a:gdLst/>
              <a:ahLst/>
              <a:cxnLst/>
              <a:rect l="l" t="t" r="r" b="b"/>
              <a:pathLst>
                <a:path w="812800" h="869819" extrusionOk="0">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cmpd="sng">
              <a:solidFill>
                <a:srgbClr val="FD6220"/>
              </a:solidFill>
              <a:prstDash val="solid"/>
              <a:miter lim="8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5" name="Google Shape;325;p20"/>
            <p:cNvSpPr txBox="1"/>
            <p:nvPr/>
          </p:nvSpPr>
          <p:spPr>
            <a:xfrm>
              <a:off x="76200" y="52970"/>
              <a:ext cx="660400" cy="735303"/>
            </a:xfrm>
            <a:prstGeom prst="rect">
              <a:avLst/>
            </a:prstGeom>
            <a:noFill/>
            <a:ln>
              <a:noFill/>
            </a:ln>
          </p:spPr>
          <p:txBody>
            <a:bodyPr spcFirstLastPara="1" wrap="square" lIns="50800" tIns="50800" rIns="50800" bIns="50800" anchor="ctr" anchorCtr="0">
              <a:noAutofit/>
            </a:bodyPr>
            <a:lstStyle/>
            <a:p>
              <a:pPr marL="0" marR="0" lvl="0" indent="0" algn="ctr" rtl="0">
                <a:lnSpc>
                  <a:spcPct val="140000"/>
                </a:lnSpc>
                <a:spcBef>
                  <a:spcPts val="0"/>
                </a:spcBef>
                <a:spcAft>
                  <a:spcPts val="0"/>
                </a:spcAft>
                <a:buNone/>
              </a:pPr>
              <a:r>
                <a:rPr lang="en-US" sz="1700">
                  <a:solidFill>
                    <a:srgbClr val="191919"/>
                  </a:solidFill>
                  <a:latin typeface="Arial"/>
                  <a:ea typeface="Arial"/>
                  <a:cs typeface="Arial"/>
                  <a:sym typeface="Arial"/>
                </a:rPr>
                <a:t>2</a:t>
              </a:r>
              <a:endParaRPr/>
            </a:p>
          </p:txBody>
        </p:sp>
      </p:grpSp>
      <p:grpSp>
        <p:nvGrpSpPr>
          <p:cNvPr id="326" name="Google Shape;326;p20"/>
          <p:cNvGrpSpPr/>
          <p:nvPr/>
        </p:nvGrpSpPr>
        <p:grpSpPr>
          <a:xfrm>
            <a:off x="977741" y="5318634"/>
            <a:ext cx="508158" cy="543805"/>
            <a:chOff x="0" y="0"/>
            <a:chExt cx="812800" cy="869819"/>
          </a:xfrm>
        </p:grpSpPr>
        <p:sp>
          <p:nvSpPr>
            <p:cNvPr id="327" name="Google Shape;327;p20"/>
            <p:cNvSpPr/>
            <p:nvPr/>
          </p:nvSpPr>
          <p:spPr>
            <a:xfrm>
              <a:off x="0" y="0"/>
              <a:ext cx="812800" cy="869819"/>
            </a:xfrm>
            <a:custGeom>
              <a:avLst/>
              <a:gdLst/>
              <a:ahLst/>
              <a:cxnLst/>
              <a:rect l="l" t="t" r="r" b="b"/>
              <a:pathLst>
                <a:path w="812800" h="869819" extrusionOk="0">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cmpd="sng">
              <a:solidFill>
                <a:srgbClr val="FD6220"/>
              </a:solidFill>
              <a:prstDash val="solid"/>
              <a:miter lim="8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8" name="Google Shape;328;p20"/>
            <p:cNvSpPr txBox="1"/>
            <p:nvPr/>
          </p:nvSpPr>
          <p:spPr>
            <a:xfrm>
              <a:off x="76200" y="52970"/>
              <a:ext cx="660400" cy="735303"/>
            </a:xfrm>
            <a:prstGeom prst="rect">
              <a:avLst/>
            </a:prstGeom>
            <a:noFill/>
            <a:ln>
              <a:noFill/>
            </a:ln>
          </p:spPr>
          <p:txBody>
            <a:bodyPr spcFirstLastPara="1" wrap="square" lIns="50800" tIns="50800" rIns="50800" bIns="50800" anchor="ctr" anchorCtr="0">
              <a:noAutofit/>
            </a:bodyPr>
            <a:lstStyle/>
            <a:p>
              <a:pPr marL="0" marR="0" lvl="0" indent="0" algn="ctr" rtl="0">
                <a:lnSpc>
                  <a:spcPct val="140000"/>
                </a:lnSpc>
                <a:spcBef>
                  <a:spcPts val="0"/>
                </a:spcBef>
                <a:spcAft>
                  <a:spcPts val="0"/>
                </a:spcAft>
                <a:buNone/>
              </a:pPr>
              <a:r>
                <a:rPr lang="en-US" sz="1700">
                  <a:solidFill>
                    <a:srgbClr val="191919"/>
                  </a:solidFill>
                  <a:latin typeface="Arial"/>
                  <a:ea typeface="Arial"/>
                  <a:cs typeface="Arial"/>
                  <a:sym typeface="Arial"/>
                </a:rPr>
                <a:t>6</a:t>
              </a:r>
              <a:endParaRPr/>
            </a:p>
          </p:txBody>
        </p:sp>
      </p:grpSp>
      <p:grpSp>
        <p:nvGrpSpPr>
          <p:cNvPr id="329" name="Google Shape;329;p20"/>
          <p:cNvGrpSpPr/>
          <p:nvPr/>
        </p:nvGrpSpPr>
        <p:grpSpPr>
          <a:xfrm>
            <a:off x="977741" y="4651003"/>
            <a:ext cx="508158" cy="543805"/>
            <a:chOff x="0" y="0"/>
            <a:chExt cx="812800" cy="869819"/>
          </a:xfrm>
        </p:grpSpPr>
        <p:sp>
          <p:nvSpPr>
            <p:cNvPr id="330" name="Google Shape;330;p20"/>
            <p:cNvSpPr/>
            <p:nvPr/>
          </p:nvSpPr>
          <p:spPr>
            <a:xfrm>
              <a:off x="0" y="0"/>
              <a:ext cx="812800" cy="869819"/>
            </a:xfrm>
            <a:custGeom>
              <a:avLst/>
              <a:gdLst/>
              <a:ahLst/>
              <a:cxnLst/>
              <a:rect l="l" t="t" r="r" b="b"/>
              <a:pathLst>
                <a:path w="812800" h="869819" extrusionOk="0">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cmpd="sng">
              <a:solidFill>
                <a:srgbClr val="FD6220"/>
              </a:solidFill>
              <a:prstDash val="solid"/>
              <a:miter lim="8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1" name="Google Shape;331;p20"/>
            <p:cNvSpPr txBox="1"/>
            <p:nvPr/>
          </p:nvSpPr>
          <p:spPr>
            <a:xfrm>
              <a:off x="76200" y="52970"/>
              <a:ext cx="660400" cy="735303"/>
            </a:xfrm>
            <a:prstGeom prst="rect">
              <a:avLst/>
            </a:prstGeom>
            <a:noFill/>
            <a:ln>
              <a:noFill/>
            </a:ln>
          </p:spPr>
          <p:txBody>
            <a:bodyPr spcFirstLastPara="1" wrap="square" lIns="50800" tIns="50800" rIns="50800" bIns="50800" anchor="ctr" anchorCtr="0">
              <a:noAutofit/>
            </a:bodyPr>
            <a:lstStyle/>
            <a:p>
              <a:pPr marL="0" marR="0" lvl="0" indent="0" algn="ctr" rtl="0">
                <a:lnSpc>
                  <a:spcPct val="140000"/>
                </a:lnSpc>
                <a:spcBef>
                  <a:spcPts val="0"/>
                </a:spcBef>
                <a:spcAft>
                  <a:spcPts val="0"/>
                </a:spcAft>
                <a:buNone/>
              </a:pPr>
              <a:r>
                <a:rPr lang="en-US" sz="1700">
                  <a:solidFill>
                    <a:srgbClr val="191919"/>
                  </a:solidFill>
                  <a:latin typeface="Arial"/>
                  <a:ea typeface="Arial"/>
                  <a:cs typeface="Arial"/>
                  <a:sym typeface="Arial"/>
                </a:rPr>
                <a:t>5</a:t>
              </a:r>
              <a:endParaRPr/>
            </a:p>
          </p:txBody>
        </p:sp>
      </p:grpSp>
      <p:grpSp>
        <p:nvGrpSpPr>
          <p:cNvPr id="332" name="Google Shape;332;p20"/>
          <p:cNvGrpSpPr/>
          <p:nvPr/>
        </p:nvGrpSpPr>
        <p:grpSpPr>
          <a:xfrm>
            <a:off x="977741" y="7093216"/>
            <a:ext cx="508158" cy="543805"/>
            <a:chOff x="0" y="0"/>
            <a:chExt cx="812800" cy="869819"/>
          </a:xfrm>
        </p:grpSpPr>
        <p:sp>
          <p:nvSpPr>
            <p:cNvPr id="333" name="Google Shape;333;p20"/>
            <p:cNvSpPr/>
            <p:nvPr/>
          </p:nvSpPr>
          <p:spPr>
            <a:xfrm>
              <a:off x="0" y="0"/>
              <a:ext cx="812800" cy="869819"/>
            </a:xfrm>
            <a:custGeom>
              <a:avLst/>
              <a:gdLst/>
              <a:ahLst/>
              <a:cxnLst/>
              <a:rect l="l" t="t" r="r" b="b"/>
              <a:pathLst>
                <a:path w="812800" h="869819" extrusionOk="0">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cmpd="sng">
              <a:solidFill>
                <a:srgbClr val="FD6220"/>
              </a:solidFill>
              <a:prstDash val="solid"/>
              <a:miter lim="8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4" name="Google Shape;334;p20"/>
            <p:cNvSpPr txBox="1"/>
            <p:nvPr/>
          </p:nvSpPr>
          <p:spPr>
            <a:xfrm>
              <a:off x="76200" y="52970"/>
              <a:ext cx="660400" cy="735303"/>
            </a:xfrm>
            <a:prstGeom prst="rect">
              <a:avLst/>
            </a:prstGeom>
            <a:noFill/>
            <a:ln>
              <a:noFill/>
            </a:ln>
          </p:spPr>
          <p:txBody>
            <a:bodyPr spcFirstLastPara="1" wrap="square" lIns="50800" tIns="50800" rIns="50800" bIns="50800" anchor="ctr" anchorCtr="0">
              <a:noAutofit/>
            </a:bodyPr>
            <a:lstStyle/>
            <a:p>
              <a:pPr marL="0" marR="0" lvl="0" indent="0" algn="ctr" rtl="0">
                <a:lnSpc>
                  <a:spcPct val="140000"/>
                </a:lnSpc>
                <a:spcBef>
                  <a:spcPts val="0"/>
                </a:spcBef>
                <a:spcAft>
                  <a:spcPts val="0"/>
                </a:spcAft>
                <a:buNone/>
              </a:pPr>
              <a:r>
                <a:rPr lang="en-US" sz="1700">
                  <a:solidFill>
                    <a:srgbClr val="191919"/>
                  </a:solidFill>
                  <a:latin typeface="Arial"/>
                  <a:ea typeface="Arial"/>
                  <a:cs typeface="Arial"/>
                  <a:sym typeface="Arial"/>
                </a:rPr>
                <a:t>8</a:t>
              </a:r>
              <a:endParaRPr/>
            </a:p>
          </p:txBody>
        </p:sp>
      </p:grpSp>
      <p:grpSp>
        <p:nvGrpSpPr>
          <p:cNvPr id="335" name="Google Shape;335;p20"/>
          <p:cNvGrpSpPr/>
          <p:nvPr/>
        </p:nvGrpSpPr>
        <p:grpSpPr>
          <a:xfrm>
            <a:off x="977741" y="7760846"/>
            <a:ext cx="508158" cy="543805"/>
            <a:chOff x="0" y="0"/>
            <a:chExt cx="812800" cy="869819"/>
          </a:xfrm>
        </p:grpSpPr>
        <p:sp>
          <p:nvSpPr>
            <p:cNvPr id="336" name="Google Shape;336;p20"/>
            <p:cNvSpPr/>
            <p:nvPr/>
          </p:nvSpPr>
          <p:spPr>
            <a:xfrm>
              <a:off x="0" y="0"/>
              <a:ext cx="812800" cy="869819"/>
            </a:xfrm>
            <a:custGeom>
              <a:avLst/>
              <a:gdLst/>
              <a:ahLst/>
              <a:cxnLst/>
              <a:rect l="l" t="t" r="r" b="b"/>
              <a:pathLst>
                <a:path w="812800" h="869819" extrusionOk="0">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cmpd="sng">
              <a:solidFill>
                <a:srgbClr val="FD6220"/>
              </a:solidFill>
              <a:prstDash val="solid"/>
              <a:miter lim="8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7" name="Google Shape;337;p20"/>
            <p:cNvSpPr txBox="1"/>
            <p:nvPr/>
          </p:nvSpPr>
          <p:spPr>
            <a:xfrm>
              <a:off x="76200" y="52970"/>
              <a:ext cx="660400" cy="735303"/>
            </a:xfrm>
            <a:prstGeom prst="rect">
              <a:avLst/>
            </a:prstGeom>
            <a:noFill/>
            <a:ln>
              <a:noFill/>
            </a:ln>
          </p:spPr>
          <p:txBody>
            <a:bodyPr spcFirstLastPara="1" wrap="square" lIns="50800" tIns="50800" rIns="50800" bIns="50800" anchor="ctr" anchorCtr="0">
              <a:noAutofit/>
            </a:bodyPr>
            <a:lstStyle/>
            <a:p>
              <a:pPr marL="0" marR="0" lvl="0" indent="0" algn="ctr" rtl="0">
                <a:lnSpc>
                  <a:spcPct val="140000"/>
                </a:lnSpc>
                <a:spcBef>
                  <a:spcPts val="0"/>
                </a:spcBef>
                <a:spcAft>
                  <a:spcPts val="0"/>
                </a:spcAft>
                <a:buNone/>
              </a:pPr>
              <a:r>
                <a:rPr lang="en-US" sz="1700">
                  <a:solidFill>
                    <a:srgbClr val="191919"/>
                  </a:solidFill>
                  <a:latin typeface="Arial"/>
                  <a:ea typeface="Arial"/>
                  <a:cs typeface="Arial"/>
                  <a:sym typeface="Arial"/>
                </a:rPr>
                <a:t>9</a:t>
              </a:r>
              <a:endParaRPr/>
            </a:p>
          </p:txBody>
        </p:sp>
      </p:grpSp>
      <p:sp>
        <p:nvSpPr>
          <p:cNvPr id="338" name="Google Shape;338;p20"/>
          <p:cNvSpPr/>
          <p:nvPr/>
        </p:nvSpPr>
        <p:spPr>
          <a:xfrm>
            <a:off x="16313420" y="910465"/>
            <a:ext cx="945880" cy="236470"/>
          </a:xfrm>
          <a:custGeom>
            <a:avLst/>
            <a:gdLst/>
            <a:ahLst/>
            <a:cxnLst/>
            <a:rect l="l" t="t" r="r" b="b"/>
            <a:pathLst>
              <a:path w="945880" h="236470" extrusionOk="0">
                <a:moveTo>
                  <a:pt x="0" y="0"/>
                </a:moveTo>
                <a:lnTo>
                  <a:pt x="945880" y="0"/>
                </a:lnTo>
                <a:lnTo>
                  <a:pt x="945880" y="236470"/>
                </a:lnTo>
                <a:lnTo>
                  <a:pt x="0" y="236470"/>
                </a:lnTo>
                <a:lnTo>
                  <a:pt x="0" y="0"/>
                </a:lnTo>
                <a:close/>
              </a:path>
            </a:pathLst>
          </a:custGeom>
          <a:noFill/>
          <a:ln>
            <a:noFill/>
          </a:ln>
        </p:spPr>
      </p:sp>
      <p:sp>
        <p:nvSpPr>
          <p:cNvPr id="339" name="Google Shape;339;p20"/>
          <p:cNvSpPr txBox="1"/>
          <p:nvPr/>
        </p:nvSpPr>
        <p:spPr>
          <a:xfrm>
            <a:off x="152400" y="342900"/>
            <a:ext cx="17907000" cy="830997"/>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4800" b="1">
                <a:solidFill>
                  <a:srgbClr val="0033CC"/>
                </a:solidFill>
                <a:latin typeface="Times New Roman"/>
                <a:ea typeface="Times New Roman"/>
                <a:cs typeface="Times New Roman"/>
                <a:sym typeface="Times New Roman"/>
              </a:rPr>
              <a:t>TECHNOLOGIES USED</a:t>
            </a:r>
            <a:endParaRPr sz="4800" b="1">
              <a:solidFill>
                <a:srgbClr val="0033CC"/>
              </a:solidFill>
              <a:latin typeface="Times New Roman"/>
              <a:ea typeface="Times New Roman"/>
              <a:cs typeface="Times New Roman"/>
              <a:sym typeface="Times New Roman"/>
            </a:endParaRPr>
          </a:p>
        </p:txBody>
      </p:sp>
      <p:sp>
        <p:nvSpPr>
          <p:cNvPr id="340" name="Google Shape;340;p20"/>
          <p:cNvSpPr txBox="1"/>
          <p:nvPr/>
        </p:nvSpPr>
        <p:spPr>
          <a:xfrm>
            <a:off x="2209800" y="1638300"/>
            <a:ext cx="15082200" cy="12588021"/>
          </a:xfrm>
          <a:prstGeom prst="rect">
            <a:avLst/>
          </a:prstGeom>
          <a:noFill/>
          <a:ln>
            <a:noFill/>
          </a:ln>
        </p:spPr>
        <p:txBody>
          <a:bodyPr spcFirstLastPara="1" wrap="square" lIns="91425" tIns="45700" rIns="91425" bIns="45700" anchor="t" anchorCtr="0">
            <a:spAutoFit/>
          </a:bodyPr>
          <a:lstStyle/>
          <a:p>
            <a:pPr marL="457200" lvl="0" indent="-457200">
              <a:buClr>
                <a:schemeClr val="dk1"/>
              </a:buClr>
              <a:buSzPts val="2800"/>
              <a:buFont typeface="Calibri"/>
              <a:buChar char="-"/>
            </a:pPr>
            <a:r>
              <a:rPr lang="en-US" sz="2800" b="1" dirty="0">
                <a:solidFill>
                  <a:schemeClr val="dk1"/>
                </a:solidFill>
                <a:latin typeface="Calibri" panose="020F0502020204030204" pitchFamily="34" charset="0"/>
                <a:ea typeface="Calibri" panose="020F0502020204030204" pitchFamily="34" charset="0"/>
                <a:cs typeface="Calibri" panose="020F0502020204030204" pitchFamily="34" charset="0"/>
                <a:sym typeface="Calibri"/>
              </a:rPr>
              <a:t>Frontend:</a:t>
            </a:r>
          </a:p>
          <a:p>
            <a:pPr marL="457200" lvl="0" indent="-457200">
              <a:buClr>
                <a:schemeClr val="dk1"/>
              </a:buClr>
              <a:buSzPts val="2800"/>
              <a:buFont typeface="Calibri"/>
              <a:buChar char="-"/>
            </a:pPr>
            <a:r>
              <a:rPr lang="en-IN" sz="2800" dirty="0">
                <a:latin typeface="Calibri" panose="020F0502020204030204" pitchFamily="34" charset="0"/>
                <a:ea typeface="Calibri" panose="020F0502020204030204" pitchFamily="34" charset="0"/>
                <a:cs typeface="Calibri" panose="020F0502020204030204" pitchFamily="34" charset="0"/>
              </a:rPr>
              <a:t>HTML, CSS, Postman (for API testing)</a:t>
            </a:r>
            <a:endParaRPr lang="en-US" sz="2800" dirty="0">
              <a:latin typeface="Calibri" panose="020F0502020204030204" pitchFamily="34" charset="0"/>
              <a:ea typeface="Calibri" panose="020F0502020204030204" pitchFamily="34" charset="0"/>
              <a:cs typeface="Calibri" panose="020F0502020204030204" pitchFamily="34" charset="0"/>
            </a:endParaRPr>
          </a:p>
          <a:p>
            <a:pPr marL="457200" lvl="0" indent="-457200">
              <a:buClr>
                <a:schemeClr val="dk1"/>
              </a:buClr>
              <a:buSzPts val="2800"/>
              <a:buFont typeface="Calibri"/>
              <a:buChar char="-"/>
            </a:pPr>
            <a:r>
              <a:rPr lang="en-US" sz="2800" b="1" dirty="0">
                <a:solidFill>
                  <a:schemeClr val="dk1"/>
                </a:solidFill>
                <a:latin typeface="Calibri" panose="020F0502020204030204" pitchFamily="34" charset="0"/>
                <a:ea typeface="Calibri" panose="020F0502020204030204" pitchFamily="34" charset="0"/>
                <a:cs typeface="Calibri" panose="020F0502020204030204" pitchFamily="34" charset="0"/>
                <a:sym typeface="Calibri"/>
              </a:rPr>
              <a:t>Backend:</a:t>
            </a:r>
          </a:p>
          <a:p>
            <a:pPr marL="457200" lvl="0" indent="-457200">
              <a:buClr>
                <a:schemeClr val="dk1"/>
              </a:buClr>
              <a:buSzPts val="2800"/>
              <a:buFont typeface="Calibri"/>
              <a:buChar char="-"/>
            </a:pPr>
            <a:r>
              <a:rPr lang="nl-NL" sz="2800" dirty="0">
                <a:latin typeface="Calibri" panose="020F0502020204030204" pitchFamily="34" charset="0"/>
                <a:ea typeface="Calibri" panose="020F0502020204030204" pitchFamily="34" charset="0"/>
                <a:cs typeface="Calibri" panose="020F0502020204030204" pitchFamily="34" charset="0"/>
              </a:rPr>
              <a:t>Spring Boot, Java (JDK 17+), Spring Web (REST API).</a:t>
            </a:r>
            <a:endParaRPr lang="en-US" sz="2800" dirty="0">
              <a:latin typeface="Calibri" panose="020F0502020204030204" pitchFamily="34" charset="0"/>
              <a:ea typeface="Calibri" panose="020F0502020204030204" pitchFamily="34" charset="0"/>
              <a:cs typeface="Calibri" panose="020F0502020204030204" pitchFamily="34" charset="0"/>
            </a:endParaRPr>
          </a:p>
          <a:p>
            <a:pPr marL="457200" lvl="0" indent="-457200">
              <a:buClr>
                <a:schemeClr val="dk1"/>
              </a:buClr>
              <a:buSzPts val="2800"/>
              <a:buFont typeface="Calibri"/>
              <a:buChar char="-"/>
            </a:pPr>
            <a:r>
              <a:rPr lang="en-US" sz="2800" b="1" dirty="0">
                <a:solidFill>
                  <a:schemeClr val="dk1"/>
                </a:solidFill>
                <a:latin typeface="Calibri" panose="020F0502020204030204" pitchFamily="34" charset="0"/>
                <a:ea typeface="Calibri" panose="020F0502020204030204" pitchFamily="34" charset="0"/>
                <a:cs typeface="Calibri" panose="020F0502020204030204" pitchFamily="34" charset="0"/>
                <a:sym typeface="Calibri"/>
              </a:rPr>
              <a:t>Database:</a:t>
            </a:r>
          </a:p>
          <a:p>
            <a:pPr marL="457200" lvl="0" indent="-457200">
              <a:buClr>
                <a:schemeClr val="dk1"/>
              </a:buClr>
              <a:buSzPts val="2800"/>
              <a:buFont typeface="Calibri"/>
              <a:buChar char="-"/>
            </a:pPr>
            <a:r>
              <a:rPr lang="en-IN" sz="2800" dirty="0">
                <a:latin typeface="Calibri" panose="020F0502020204030204" pitchFamily="34" charset="0"/>
                <a:ea typeface="Calibri" panose="020F0502020204030204" pitchFamily="34" charset="0"/>
                <a:cs typeface="Calibri" panose="020F0502020204030204" pitchFamily="34" charset="0"/>
              </a:rPr>
              <a:t>MySQL</a:t>
            </a:r>
            <a:endParaRPr lang="en-US" sz="2800" dirty="0">
              <a:latin typeface="Calibri" panose="020F0502020204030204" pitchFamily="34" charset="0"/>
              <a:ea typeface="Calibri" panose="020F0502020204030204" pitchFamily="34" charset="0"/>
              <a:cs typeface="Calibri" panose="020F0502020204030204" pitchFamily="34" charset="0"/>
            </a:endParaRPr>
          </a:p>
          <a:p>
            <a:pPr marL="457200" lvl="0" indent="-457200">
              <a:buClr>
                <a:schemeClr val="dk1"/>
              </a:buClr>
              <a:buSzPts val="2800"/>
              <a:buFont typeface="Calibri"/>
              <a:buChar char="-"/>
            </a:pPr>
            <a:r>
              <a:rPr lang="en-US" sz="2800" dirty="0" err="1">
                <a:solidFill>
                  <a:schemeClr val="dk1"/>
                </a:solidFill>
                <a:latin typeface="Calibri" panose="020F0502020204030204" pitchFamily="34" charset="0"/>
                <a:ea typeface="Calibri" panose="020F0502020204030204" pitchFamily="34" charset="0"/>
                <a:cs typeface="Calibri" panose="020F0502020204030204" pitchFamily="34" charset="0"/>
                <a:sym typeface="Calibri"/>
              </a:rPr>
              <a:t>Tools:</a:t>
            </a:r>
            <a:r>
              <a:rPr lang="en-US" sz="2800" dirty="0" err="1">
                <a:latin typeface="Calibri" panose="020F0502020204030204" pitchFamily="34" charset="0"/>
                <a:ea typeface="Calibri" panose="020F0502020204030204" pitchFamily="34" charset="0"/>
                <a:cs typeface="Calibri" panose="020F0502020204030204" pitchFamily="34" charset="0"/>
              </a:rPr>
              <a:t>Postman</a:t>
            </a:r>
            <a:r>
              <a:rPr lang="en-US" sz="2800" dirty="0">
                <a:latin typeface="Calibri" panose="020F0502020204030204" pitchFamily="34" charset="0"/>
                <a:ea typeface="Calibri" panose="020F0502020204030204" pitchFamily="34" charset="0"/>
                <a:cs typeface="Calibri" panose="020F0502020204030204" pitchFamily="34" charset="0"/>
              </a:rPr>
              <a:t>, IntelliJ IDEA / Eclipse, Maven (build tool).</a:t>
            </a:r>
          </a:p>
          <a:p>
            <a:pPr marL="457200" lvl="0" indent="-457200">
              <a:buClr>
                <a:schemeClr val="dk1"/>
              </a:buClr>
              <a:buSzPts val="2800"/>
              <a:buFont typeface="Calibri"/>
              <a:buChar char="-"/>
            </a:pPr>
            <a:r>
              <a:rPr lang="en-US" sz="2800" b="1" dirty="0">
                <a:solidFill>
                  <a:schemeClr val="dk1"/>
                </a:solidFill>
                <a:latin typeface="Calibri" panose="020F0502020204030204" pitchFamily="34" charset="0"/>
                <a:ea typeface="Calibri" panose="020F0502020204030204" pitchFamily="34" charset="0"/>
                <a:cs typeface="Calibri" panose="020F0502020204030204" pitchFamily="34" charset="0"/>
                <a:sym typeface="Calibri"/>
              </a:rPr>
              <a:t>Hardware:</a:t>
            </a:r>
          </a:p>
          <a:p>
            <a:pPr marL="457200" lvl="0" indent="-457200">
              <a:buClr>
                <a:schemeClr val="dk1"/>
              </a:buClr>
              <a:buSzPts val="2800"/>
              <a:buFont typeface="Calibri"/>
              <a:buChar char="-"/>
            </a:pPr>
            <a:r>
              <a:rPr lang="en-IN" sz="2800" dirty="0">
                <a:latin typeface="Calibri" panose="020F0502020204030204" pitchFamily="34" charset="0"/>
                <a:ea typeface="Calibri" panose="020F0502020204030204" pitchFamily="34" charset="0"/>
                <a:cs typeface="Calibri" panose="020F0502020204030204" pitchFamily="34" charset="0"/>
              </a:rPr>
              <a:t>Minimum 4GB RAM,</a:t>
            </a:r>
          </a:p>
          <a:p>
            <a:pPr marL="457200" lvl="0" indent="-457200">
              <a:buClr>
                <a:schemeClr val="dk1"/>
              </a:buClr>
              <a:buSzPts val="2800"/>
              <a:buFont typeface="Calibri"/>
              <a:buChar char="-"/>
            </a:pPr>
            <a:r>
              <a:rPr lang="en-IN" sz="2800" dirty="0">
                <a:latin typeface="Calibri" panose="020F0502020204030204" pitchFamily="34" charset="0"/>
                <a:ea typeface="Calibri" panose="020F0502020204030204" pitchFamily="34" charset="0"/>
                <a:cs typeface="Calibri" panose="020F0502020204030204" pitchFamily="34" charset="0"/>
              </a:rPr>
              <a:t> Laptop/Desktop System.</a:t>
            </a:r>
          </a:p>
          <a:p>
            <a:pPr marL="457200" lvl="0" indent="-457200">
              <a:buClr>
                <a:schemeClr val="dk1"/>
              </a:buClr>
              <a:buSzPts val="2800"/>
              <a:buFont typeface="Calibri"/>
              <a:buChar char="-"/>
            </a:pPr>
            <a:r>
              <a:rPr lang="en-US" sz="2800" b="1" dirty="0">
                <a:solidFill>
                  <a:schemeClr val="dk1"/>
                </a:solidFill>
                <a:latin typeface="Calibri" panose="020F0502020204030204" pitchFamily="34" charset="0"/>
                <a:ea typeface="Calibri" panose="020F0502020204030204" pitchFamily="34" charset="0"/>
                <a:cs typeface="Calibri" panose="020F0502020204030204" pitchFamily="34" charset="0"/>
                <a:sym typeface="Calibri"/>
              </a:rPr>
              <a:t>Software Requirements: </a:t>
            </a:r>
          </a:p>
          <a:p>
            <a:pPr marL="457200" lvl="0" indent="-457200">
              <a:buClr>
                <a:schemeClr val="dk1"/>
              </a:buClr>
              <a:buSzPts val="2800"/>
              <a:buFont typeface="Calibri"/>
              <a:buChar char="-"/>
            </a:pPr>
            <a:r>
              <a:rPr lang="en-IN" sz="2800" dirty="0">
                <a:latin typeface="Calibri" panose="020F0502020204030204" pitchFamily="34" charset="0"/>
                <a:ea typeface="Calibri" panose="020F0502020204030204" pitchFamily="34" charset="0"/>
                <a:cs typeface="Calibri" panose="020F0502020204030204" pitchFamily="34" charset="0"/>
              </a:rPr>
              <a:t>Java JDK 17+,</a:t>
            </a:r>
          </a:p>
          <a:p>
            <a:pPr marL="457200" lvl="0" indent="-457200">
              <a:buClr>
                <a:schemeClr val="dk1"/>
              </a:buClr>
              <a:buSzPts val="2800"/>
              <a:buFont typeface="Calibri"/>
              <a:buChar char="-"/>
            </a:pPr>
            <a:r>
              <a:rPr lang="en-IN" sz="2800" dirty="0">
                <a:latin typeface="Calibri" panose="020F0502020204030204" pitchFamily="34" charset="0"/>
                <a:ea typeface="Calibri" panose="020F0502020204030204" pitchFamily="34" charset="0"/>
                <a:cs typeface="Calibri" panose="020F0502020204030204" pitchFamily="34" charset="0"/>
              </a:rPr>
              <a:t> Spring Boot,</a:t>
            </a:r>
          </a:p>
          <a:p>
            <a:pPr marL="457200" lvl="0" indent="-457200">
              <a:buClr>
                <a:schemeClr val="dk1"/>
              </a:buClr>
              <a:buSzPts val="2800"/>
              <a:buFont typeface="Calibri"/>
              <a:buChar char="-"/>
            </a:pPr>
            <a:r>
              <a:rPr lang="en-IN" sz="2800" dirty="0">
                <a:latin typeface="Calibri" panose="020F0502020204030204" pitchFamily="34" charset="0"/>
                <a:ea typeface="Calibri" panose="020F0502020204030204" pitchFamily="34" charset="0"/>
                <a:cs typeface="Calibri" panose="020F0502020204030204" pitchFamily="34" charset="0"/>
              </a:rPr>
              <a:t> MySQL,</a:t>
            </a:r>
          </a:p>
          <a:p>
            <a:pPr marL="457200" lvl="0" indent="-457200">
              <a:buClr>
                <a:schemeClr val="dk1"/>
              </a:buClr>
              <a:buSzPts val="2800"/>
              <a:buFont typeface="Calibri"/>
              <a:buChar char="-"/>
            </a:pPr>
            <a:r>
              <a:rPr lang="en-IN" sz="2800" dirty="0">
                <a:latin typeface="Calibri" panose="020F0502020204030204" pitchFamily="34" charset="0"/>
                <a:ea typeface="Calibri" panose="020F0502020204030204" pitchFamily="34" charset="0"/>
                <a:cs typeface="Calibri" panose="020F0502020204030204" pitchFamily="34" charset="0"/>
              </a:rPr>
              <a:t> IntelliJ / Eclipse IDE,</a:t>
            </a:r>
          </a:p>
          <a:p>
            <a:pPr marL="457200" lvl="0" indent="-457200">
              <a:buClr>
                <a:schemeClr val="dk1"/>
              </a:buClr>
              <a:buSzPts val="2800"/>
              <a:buFont typeface="Calibri"/>
              <a:buChar char="-"/>
            </a:pPr>
            <a:r>
              <a:rPr lang="en-IN" sz="2800" dirty="0">
                <a:latin typeface="Calibri" panose="020F0502020204030204" pitchFamily="34" charset="0"/>
                <a:ea typeface="Calibri" panose="020F0502020204030204" pitchFamily="34" charset="0"/>
                <a:cs typeface="Calibri" panose="020F0502020204030204" pitchFamily="34" charset="0"/>
              </a:rPr>
              <a:t> Postman</a:t>
            </a:r>
            <a:endParaRPr lang="en-US" sz="2800" dirty="0">
              <a:latin typeface="Calibri" panose="020F0502020204030204" pitchFamily="34" charset="0"/>
              <a:ea typeface="Calibri" panose="020F0502020204030204" pitchFamily="34" charset="0"/>
              <a:cs typeface="Calibri" panose="020F0502020204030204" pitchFamily="34" charset="0"/>
            </a:endParaRPr>
          </a:p>
          <a:p>
            <a:pPr marL="457200" marR="0" lvl="0" indent="-279400" algn="l" rtl="0">
              <a:spcBef>
                <a:spcPts val="0"/>
              </a:spcBef>
              <a:spcAft>
                <a:spcPts val="0"/>
              </a:spcAft>
              <a:buClr>
                <a:schemeClr val="dk1"/>
              </a:buClr>
              <a:buSzPts val="2800"/>
              <a:buFont typeface="Calibri"/>
              <a:buNone/>
            </a:pPr>
            <a:endParaRPr lang="en-US" sz="2800" dirty="0">
              <a:solidFill>
                <a:schemeClr val="dk1"/>
              </a:solidFill>
              <a:latin typeface="Calibri" panose="020F0502020204030204" pitchFamily="34" charset="0"/>
              <a:ea typeface="Calibri" panose="020F0502020204030204" pitchFamily="34" charset="0"/>
              <a:cs typeface="Calibri" panose="020F0502020204030204" pitchFamily="34" charset="0"/>
              <a:sym typeface="Calibri"/>
            </a:endParaRPr>
          </a:p>
          <a:p>
            <a:pPr marL="457200" marR="0" lvl="0" indent="-279400" algn="l" rtl="0">
              <a:spcBef>
                <a:spcPts val="0"/>
              </a:spcBef>
              <a:spcAft>
                <a:spcPts val="0"/>
              </a:spcAft>
              <a:buClr>
                <a:schemeClr val="dk1"/>
              </a:buClr>
              <a:buSzPts val="2800"/>
              <a:buFont typeface="Calibri"/>
              <a:buNone/>
            </a:pPr>
            <a:endParaRPr lang="en-US" sz="2800" dirty="0">
              <a:solidFill>
                <a:schemeClr val="dk1"/>
              </a:solidFill>
              <a:latin typeface="Calibri" panose="020F0502020204030204" pitchFamily="34" charset="0"/>
              <a:ea typeface="Calibri" panose="020F0502020204030204" pitchFamily="34" charset="0"/>
              <a:cs typeface="Calibri" panose="020F0502020204030204" pitchFamily="34" charset="0"/>
              <a:sym typeface="Calibri"/>
            </a:endParaRPr>
          </a:p>
          <a:p>
            <a:pPr marL="457200" marR="0" lvl="0" indent="-279400" algn="l" rtl="0">
              <a:spcBef>
                <a:spcPts val="0"/>
              </a:spcBef>
              <a:spcAft>
                <a:spcPts val="0"/>
              </a:spcAft>
              <a:buClr>
                <a:schemeClr val="dk1"/>
              </a:buClr>
              <a:buSzPts val="2800"/>
              <a:buFont typeface="Calibri"/>
              <a:buNone/>
            </a:pPr>
            <a:endParaRPr lang="en-US" sz="2800" dirty="0">
              <a:solidFill>
                <a:schemeClr val="dk1"/>
              </a:solidFill>
              <a:latin typeface="Calibri" panose="020F0502020204030204" pitchFamily="34" charset="0"/>
              <a:ea typeface="Calibri" panose="020F0502020204030204" pitchFamily="34" charset="0"/>
              <a:cs typeface="Calibri" panose="020F0502020204030204" pitchFamily="34" charset="0"/>
              <a:sym typeface="Calibri"/>
            </a:endParaRPr>
          </a:p>
          <a:p>
            <a:pPr marL="457200" marR="0" lvl="0" indent="-279400" algn="l" rtl="0">
              <a:spcBef>
                <a:spcPts val="0"/>
              </a:spcBef>
              <a:spcAft>
                <a:spcPts val="0"/>
              </a:spcAft>
              <a:buClr>
                <a:schemeClr val="dk1"/>
              </a:buClr>
              <a:buSzPts val="2800"/>
              <a:buFont typeface="Calibri"/>
              <a:buNone/>
            </a:pPr>
            <a:endParaRPr lang="en-US" sz="2800" dirty="0">
              <a:solidFill>
                <a:schemeClr val="dk1"/>
              </a:solidFill>
              <a:latin typeface="Calibri" panose="020F0502020204030204" pitchFamily="34" charset="0"/>
              <a:ea typeface="Calibri" panose="020F0502020204030204" pitchFamily="34" charset="0"/>
              <a:cs typeface="Calibri" panose="020F0502020204030204" pitchFamily="34" charset="0"/>
              <a:sym typeface="Calibri"/>
            </a:endParaRPr>
          </a:p>
          <a:p>
            <a:pPr marL="457200" marR="0" lvl="0" indent="-279400" algn="l" rtl="0">
              <a:spcBef>
                <a:spcPts val="0"/>
              </a:spcBef>
              <a:spcAft>
                <a:spcPts val="0"/>
              </a:spcAft>
              <a:buClr>
                <a:schemeClr val="dk1"/>
              </a:buClr>
              <a:buSzPts val="2800"/>
              <a:buFont typeface="Calibri"/>
              <a:buNone/>
            </a:pPr>
            <a:endParaRPr lang="en-US" sz="2800" dirty="0">
              <a:solidFill>
                <a:schemeClr val="dk1"/>
              </a:solidFill>
              <a:latin typeface="Calibri" panose="020F0502020204030204" pitchFamily="34" charset="0"/>
              <a:ea typeface="Calibri" panose="020F0502020204030204" pitchFamily="34" charset="0"/>
              <a:cs typeface="Calibri" panose="020F0502020204030204" pitchFamily="34" charset="0"/>
              <a:sym typeface="Calibri"/>
            </a:endParaRPr>
          </a:p>
          <a:p>
            <a:pPr marL="457200" marR="0" lvl="0" indent="-279400" algn="l" rtl="0">
              <a:spcBef>
                <a:spcPts val="0"/>
              </a:spcBef>
              <a:spcAft>
                <a:spcPts val="0"/>
              </a:spcAft>
              <a:buClr>
                <a:schemeClr val="dk1"/>
              </a:buClr>
              <a:buSzPts val="2800"/>
              <a:buFont typeface="Calibri"/>
              <a:buNone/>
            </a:pPr>
            <a:endParaRPr lang="en-US" sz="2800" dirty="0">
              <a:solidFill>
                <a:schemeClr val="dk1"/>
              </a:solidFill>
              <a:latin typeface="Calibri" panose="020F0502020204030204" pitchFamily="34" charset="0"/>
              <a:ea typeface="Calibri" panose="020F0502020204030204" pitchFamily="34" charset="0"/>
              <a:cs typeface="Calibri" panose="020F0502020204030204" pitchFamily="34" charset="0"/>
              <a:sym typeface="Calibri"/>
            </a:endParaRPr>
          </a:p>
          <a:p>
            <a:pPr marL="457200" marR="0" lvl="0" indent="-279400" algn="l" rtl="0">
              <a:spcBef>
                <a:spcPts val="0"/>
              </a:spcBef>
              <a:spcAft>
                <a:spcPts val="0"/>
              </a:spcAft>
              <a:buClr>
                <a:schemeClr val="dk1"/>
              </a:buClr>
              <a:buSzPts val="2800"/>
              <a:buFont typeface="Calibri"/>
              <a:buNone/>
            </a:pPr>
            <a:endParaRPr lang="en-US" sz="2800" dirty="0">
              <a:solidFill>
                <a:schemeClr val="dk1"/>
              </a:solidFill>
              <a:latin typeface="Calibri" panose="020F0502020204030204" pitchFamily="34" charset="0"/>
              <a:ea typeface="Calibri" panose="020F0502020204030204" pitchFamily="34" charset="0"/>
              <a:cs typeface="Calibri" panose="020F0502020204030204" pitchFamily="34" charset="0"/>
              <a:sym typeface="Calibri"/>
            </a:endParaRPr>
          </a:p>
          <a:p>
            <a:pPr marL="457200" marR="0" lvl="0" indent="-279400" algn="l" rtl="0">
              <a:spcBef>
                <a:spcPts val="0"/>
              </a:spcBef>
              <a:spcAft>
                <a:spcPts val="0"/>
              </a:spcAft>
              <a:buClr>
                <a:schemeClr val="dk1"/>
              </a:buClr>
              <a:buSzPts val="2800"/>
              <a:buFont typeface="Calibri"/>
              <a:buNone/>
            </a:pPr>
            <a:endParaRPr lang="en-US" sz="2800" dirty="0">
              <a:solidFill>
                <a:schemeClr val="dk1"/>
              </a:solidFill>
              <a:latin typeface="Calibri" panose="020F0502020204030204" pitchFamily="34" charset="0"/>
              <a:ea typeface="Calibri" panose="020F0502020204030204" pitchFamily="34" charset="0"/>
              <a:cs typeface="Calibri" panose="020F0502020204030204" pitchFamily="34" charset="0"/>
              <a:sym typeface="Calibri"/>
            </a:endParaRPr>
          </a:p>
          <a:p>
            <a:pPr marL="457200" marR="0" lvl="0" indent="-279400" algn="l" rtl="0">
              <a:spcBef>
                <a:spcPts val="0"/>
              </a:spcBef>
              <a:spcAft>
                <a:spcPts val="0"/>
              </a:spcAft>
              <a:buClr>
                <a:schemeClr val="dk1"/>
              </a:buClr>
              <a:buSzPts val="2800"/>
              <a:buFont typeface="Calibri"/>
              <a:buNone/>
            </a:pPr>
            <a:endParaRPr lang="en-US" sz="2800" dirty="0">
              <a:solidFill>
                <a:schemeClr val="dk1"/>
              </a:solidFill>
              <a:latin typeface="Calibri" panose="020F0502020204030204" pitchFamily="34" charset="0"/>
              <a:ea typeface="Calibri" panose="020F0502020204030204" pitchFamily="34" charset="0"/>
              <a:cs typeface="Calibri" panose="020F0502020204030204" pitchFamily="34" charset="0"/>
              <a:sym typeface="Calibri"/>
            </a:endParaRPr>
          </a:p>
          <a:p>
            <a:pPr marL="457200" marR="0" lvl="0" indent="-279400" algn="l" rtl="0">
              <a:spcBef>
                <a:spcPts val="0"/>
              </a:spcBef>
              <a:spcAft>
                <a:spcPts val="0"/>
              </a:spcAft>
              <a:buClr>
                <a:schemeClr val="dk1"/>
              </a:buClr>
              <a:buSzPts val="2800"/>
              <a:buFont typeface="Calibri"/>
              <a:buNone/>
            </a:pPr>
            <a:endParaRPr lang="en-US" sz="2800" dirty="0">
              <a:solidFill>
                <a:schemeClr val="dk1"/>
              </a:solidFill>
              <a:latin typeface="Calibri" panose="020F0502020204030204" pitchFamily="34" charset="0"/>
              <a:ea typeface="Calibri" panose="020F0502020204030204" pitchFamily="34" charset="0"/>
              <a:cs typeface="Calibri" panose="020F0502020204030204" pitchFamily="34" charset="0"/>
              <a:sym typeface="Calibri"/>
            </a:endParaRPr>
          </a:p>
          <a:p>
            <a:pPr marL="457200" marR="0" lvl="0" indent="-279400" algn="l" rtl="0">
              <a:spcBef>
                <a:spcPts val="0"/>
              </a:spcBef>
              <a:spcAft>
                <a:spcPts val="0"/>
              </a:spcAft>
              <a:buClr>
                <a:schemeClr val="dk1"/>
              </a:buClr>
              <a:buSzPts val="2800"/>
              <a:buFont typeface="Calibri"/>
              <a:buNone/>
            </a:pPr>
            <a:endParaRPr lang="en-US" sz="2800" dirty="0">
              <a:solidFill>
                <a:schemeClr val="dk1"/>
              </a:solidFill>
              <a:latin typeface="Calibri" panose="020F0502020204030204" pitchFamily="34" charset="0"/>
              <a:ea typeface="Calibri" panose="020F0502020204030204" pitchFamily="34" charset="0"/>
              <a:cs typeface="Calibri" panose="020F0502020204030204" pitchFamily="34" charset="0"/>
              <a:sym typeface="Calibri"/>
            </a:endParaRPr>
          </a:p>
          <a:p>
            <a:pPr marL="457200" marR="0" lvl="0" indent="-279400" algn="l" rtl="0">
              <a:spcBef>
                <a:spcPts val="0"/>
              </a:spcBef>
              <a:spcAft>
                <a:spcPts val="0"/>
              </a:spcAft>
              <a:buClr>
                <a:schemeClr val="dk1"/>
              </a:buClr>
              <a:buSzPts val="2800"/>
              <a:buFont typeface="Calibri"/>
              <a:buNone/>
            </a:pPr>
            <a:endParaRPr lang="en-US" sz="2800" dirty="0">
              <a:solidFill>
                <a:schemeClr val="dk1"/>
              </a:solidFill>
              <a:latin typeface="Calibri" panose="020F0502020204030204" pitchFamily="34" charset="0"/>
              <a:ea typeface="Calibri" panose="020F0502020204030204" pitchFamily="34" charset="0"/>
              <a:cs typeface="Calibri" panose="020F0502020204030204" pitchFamily="34" charset="0"/>
              <a:sym typeface="Calibri"/>
            </a:endParaRPr>
          </a:p>
          <a:p>
            <a:pPr marL="457200" marR="0" lvl="0" indent="-279400" algn="l" rtl="0">
              <a:spcBef>
                <a:spcPts val="0"/>
              </a:spcBef>
              <a:spcAft>
                <a:spcPts val="0"/>
              </a:spcAft>
              <a:buClr>
                <a:schemeClr val="dk1"/>
              </a:buClr>
              <a:buSzPts val="2800"/>
              <a:buFont typeface="Calibri"/>
              <a:buNone/>
            </a:pPr>
            <a:endParaRPr lang="en-US" sz="2800" dirty="0">
              <a:solidFill>
                <a:schemeClr val="dk1"/>
              </a:solidFill>
              <a:latin typeface="Calibri" panose="020F0502020204030204" pitchFamily="34" charset="0"/>
              <a:ea typeface="Calibri" panose="020F0502020204030204" pitchFamily="34" charset="0"/>
              <a:cs typeface="Calibri" panose="020F0502020204030204" pitchFamily="34" charset="0"/>
              <a:sym typeface="Calibri"/>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Shape 344"/>
        <p:cNvGrpSpPr/>
        <p:nvPr/>
      </p:nvGrpSpPr>
      <p:grpSpPr>
        <a:xfrm>
          <a:off x="0" y="0"/>
          <a:ext cx="0" cy="0"/>
          <a:chOff x="0" y="0"/>
          <a:chExt cx="0" cy="0"/>
        </a:xfrm>
      </p:grpSpPr>
      <p:grpSp>
        <p:nvGrpSpPr>
          <p:cNvPr id="345" name="Google Shape;345;p21"/>
          <p:cNvGrpSpPr/>
          <p:nvPr/>
        </p:nvGrpSpPr>
        <p:grpSpPr>
          <a:xfrm>
            <a:off x="735588" y="6653894"/>
            <a:ext cx="992463" cy="992463"/>
            <a:chOff x="0" y="0"/>
            <a:chExt cx="812800" cy="812800"/>
          </a:xfrm>
        </p:grpSpPr>
        <p:sp>
          <p:nvSpPr>
            <p:cNvPr id="346" name="Google Shape;346;p21"/>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7" name="Google Shape;347;p21"/>
            <p:cNvSpPr txBox="1"/>
            <p:nvPr/>
          </p:nvSpPr>
          <p:spPr>
            <a:xfrm>
              <a:off x="76200" y="19050"/>
              <a:ext cx="660400" cy="717550"/>
            </a:xfrm>
            <a:prstGeom prst="rect">
              <a:avLst/>
            </a:prstGeom>
            <a:noFill/>
            <a:ln>
              <a:noFill/>
            </a:ln>
          </p:spPr>
          <p:txBody>
            <a:bodyPr spcFirstLastPara="1" wrap="square" lIns="50800" tIns="50800" rIns="50800" bIns="50800" anchor="ctr" anchorCtr="0">
              <a:noAutofit/>
            </a:bodyPr>
            <a:lstStyle/>
            <a:p>
              <a:pPr marL="0" marR="0" lvl="0" indent="0" algn="ctr" rtl="0">
                <a:lnSpc>
                  <a:spcPct val="140014"/>
                </a:lnSpc>
                <a:spcBef>
                  <a:spcPts val="0"/>
                </a:spcBef>
                <a:spcAft>
                  <a:spcPts val="0"/>
                </a:spcAft>
                <a:buNone/>
              </a:pPr>
              <a:r>
                <a:rPr lang="en-US" sz="2699">
                  <a:solidFill>
                    <a:srgbClr val="FFFEFE"/>
                  </a:solidFill>
                  <a:latin typeface="Arial"/>
                  <a:ea typeface="Arial"/>
                  <a:cs typeface="Arial"/>
                  <a:sym typeface="Arial"/>
                </a:rPr>
                <a:t>8</a:t>
              </a:r>
              <a:endParaRPr/>
            </a:p>
          </p:txBody>
        </p:sp>
      </p:grpSp>
      <p:grpSp>
        <p:nvGrpSpPr>
          <p:cNvPr id="348" name="Google Shape;348;p21"/>
          <p:cNvGrpSpPr/>
          <p:nvPr/>
        </p:nvGrpSpPr>
        <p:grpSpPr>
          <a:xfrm>
            <a:off x="977741" y="3315742"/>
            <a:ext cx="508158" cy="543805"/>
            <a:chOff x="0" y="0"/>
            <a:chExt cx="812800" cy="869819"/>
          </a:xfrm>
        </p:grpSpPr>
        <p:sp>
          <p:nvSpPr>
            <p:cNvPr id="349" name="Google Shape;349;p21"/>
            <p:cNvSpPr/>
            <p:nvPr/>
          </p:nvSpPr>
          <p:spPr>
            <a:xfrm>
              <a:off x="0" y="0"/>
              <a:ext cx="812800" cy="869819"/>
            </a:xfrm>
            <a:custGeom>
              <a:avLst/>
              <a:gdLst/>
              <a:ahLst/>
              <a:cxnLst/>
              <a:rect l="l" t="t" r="r" b="b"/>
              <a:pathLst>
                <a:path w="812800" h="869819" extrusionOk="0">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cmpd="sng">
              <a:solidFill>
                <a:srgbClr val="FD6220"/>
              </a:solidFill>
              <a:prstDash val="solid"/>
              <a:miter lim="8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0" name="Google Shape;350;p21"/>
            <p:cNvSpPr txBox="1"/>
            <p:nvPr/>
          </p:nvSpPr>
          <p:spPr>
            <a:xfrm>
              <a:off x="76200" y="52970"/>
              <a:ext cx="660400" cy="735303"/>
            </a:xfrm>
            <a:prstGeom prst="rect">
              <a:avLst/>
            </a:prstGeom>
            <a:noFill/>
            <a:ln>
              <a:noFill/>
            </a:ln>
          </p:spPr>
          <p:txBody>
            <a:bodyPr spcFirstLastPara="1" wrap="square" lIns="50800" tIns="50800" rIns="50800" bIns="50800" anchor="ctr" anchorCtr="0">
              <a:noAutofit/>
            </a:bodyPr>
            <a:lstStyle/>
            <a:p>
              <a:pPr marL="0" marR="0" lvl="0" indent="0" algn="ctr" rtl="0">
                <a:lnSpc>
                  <a:spcPct val="140000"/>
                </a:lnSpc>
                <a:spcBef>
                  <a:spcPts val="0"/>
                </a:spcBef>
                <a:spcAft>
                  <a:spcPts val="0"/>
                </a:spcAft>
                <a:buNone/>
              </a:pPr>
              <a:r>
                <a:rPr lang="en-US" sz="1700">
                  <a:solidFill>
                    <a:srgbClr val="191919"/>
                  </a:solidFill>
                  <a:latin typeface="Arial"/>
                  <a:ea typeface="Arial"/>
                  <a:cs typeface="Arial"/>
                  <a:sym typeface="Arial"/>
                </a:rPr>
                <a:t>3</a:t>
              </a:r>
              <a:endParaRPr/>
            </a:p>
          </p:txBody>
        </p:sp>
      </p:grpSp>
      <p:grpSp>
        <p:nvGrpSpPr>
          <p:cNvPr id="351" name="Google Shape;351;p21"/>
          <p:cNvGrpSpPr/>
          <p:nvPr/>
        </p:nvGrpSpPr>
        <p:grpSpPr>
          <a:xfrm>
            <a:off x="977741" y="1982349"/>
            <a:ext cx="508158" cy="543805"/>
            <a:chOff x="0" y="0"/>
            <a:chExt cx="812800" cy="869819"/>
          </a:xfrm>
        </p:grpSpPr>
        <p:sp>
          <p:nvSpPr>
            <p:cNvPr id="352" name="Google Shape;352;p21"/>
            <p:cNvSpPr/>
            <p:nvPr/>
          </p:nvSpPr>
          <p:spPr>
            <a:xfrm>
              <a:off x="0" y="0"/>
              <a:ext cx="812800" cy="869819"/>
            </a:xfrm>
            <a:custGeom>
              <a:avLst/>
              <a:gdLst/>
              <a:ahLst/>
              <a:cxnLst/>
              <a:rect l="l" t="t" r="r" b="b"/>
              <a:pathLst>
                <a:path w="812800" h="869819" extrusionOk="0">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cmpd="sng">
              <a:solidFill>
                <a:srgbClr val="FD6220"/>
              </a:solidFill>
              <a:prstDash val="solid"/>
              <a:miter lim="8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3" name="Google Shape;353;p21"/>
            <p:cNvSpPr txBox="1"/>
            <p:nvPr/>
          </p:nvSpPr>
          <p:spPr>
            <a:xfrm>
              <a:off x="76200" y="52970"/>
              <a:ext cx="660400" cy="735303"/>
            </a:xfrm>
            <a:prstGeom prst="rect">
              <a:avLst/>
            </a:prstGeom>
            <a:noFill/>
            <a:ln>
              <a:noFill/>
            </a:ln>
          </p:spPr>
          <p:txBody>
            <a:bodyPr spcFirstLastPara="1" wrap="square" lIns="50800" tIns="50800" rIns="50800" bIns="50800" anchor="ctr" anchorCtr="0">
              <a:noAutofit/>
            </a:bodyPr>
            <a:lstStyle/>
            <a:p>
              <a:pPr marL="0" marR="0" lvl="0" indent="0" algn="ctr" rtl="0">
                <a:lnSpc>
                  <a:spcPct val="140000"/>
                </a:lnSpc>
                <a:spcBef>
                  <a:spcPts val="0"/>
                </a:spcBef>
                <a:spcAft>
                  <a:spcPts val="0"/>
                </a:spcAft>
                <a:buNone/>
              </a:pPr>
              <a:r>
                <a:rPr lang="en-US" sz="1700">
                  <a:solidFill>
                    <a:srgbClr val="191919"/>
                  </a:solidFill>
                  <a:latin typeface="Arial"/>
                  <a:ea typeface="Arial"/>
                  <a:cs typeface="Arial"/>
                  <a:sym typeface="Arial"/>
                </a:rPr>
                <a:t>1</a:t>
              </a:r>
              <a:endParaRPr/>
            </a:p>
          </p:txBody>
        </p:sp>
      </p:grpSp>
      <p:grpSp>
        <p:nvGrpSpPr>
          <p:cNvPr id="354" name="Google Shape;354;p21"/>
          <p:cNvGrpSpPr/>
          <p:nvPr/>
        </p:nvGrpSpPr>
        <p:grpSpPr>
          <a:xfrm>
            <a:off x="977741" y="3983373"/>
            <a:ext cx="508158" cy="543805"/>
            <a:chOff x="0" y="0"/>
            <a:chExt cx="812800" cy="869819"/>
          </a:xfrm>
        </p:grpSpPr>
        <p:sp>
          <p:nvSpPr>
            <p:cNvPr id="355" name="Google Shape;355;p21"/>
            <p:cNvSpPr/>
            <p:nvPr/>
          </p:nvSpPr>
          <p:spPr>
            <a:xfrm>
              <a:off x="0" y="0"/>
              <a:ext cx="812800" cy="869819"/>
            </a:xfrm>
            <a:custGeom>
              <a:avLst/>
              <a:gdLst/>
              <a:ahLst/>
              <a:cxnLst/>
              <a:rect l="l" t="t" r="r" b="b"/>
              <a:pathLst>
                <a:path w="812800" h="869819" extrusionOk="0">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cmpd="sng">
              <a:solidFill>
                <a:srgbClr val="FD6220"/>
              </a:solidFill>
              <a:prstDash val="solid"/>
              <a:miter lim="8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6" name="Google Shape;356;p21"/>
            <p:cNvSpPr txBox="1"/>
            <p:nvPr/>
          </p:nvSpPr>
          <p:spPr>
            <a:xfrm>
              <a:off x="76200" y="52970"/>
              <a:ext cx="660400" cy="735303"/>
            </a:xfrm>
            <a:prstGeom prst="rect">
              <a:avLst/>
            </a:prstGeom>
            <a:noFill/>
            <a:ln>
              <a:noFill/>
            </a:ln>
          </p:spPr>
          <p:txBody>
            <a:bodyPr spcFirstLastPara="1" wrap="square" lIns="50800" tIns="50800" rIns="50800" bIns="50800" anchor="ctr" anchorCtr="0">
              <a:noAutofit/>
            </a:bodyPr>
            <a:lstStyle/>
            <a:p>
              <a:pPr marL="0" marR="0" lvl="0" indent="0" algn="ctr" rtl="0">
                <a:lnSpc>
                  <a:spcPct val="140000"/>
                </a:lnSpc>
                <a:spcBef>
                  <a:spcPts val="0"/>
                </a:spcBef>
                <a:spcAft>
                  <a:spcPts val="0"/>
                </a:spcAft>
                <a:buNone/>
              </a:pPr>
              <a:r>
                <a:rPr lang="en-US" sz="1700">
                  <a:solidFill>
                    <a:srgbClr val="191919"/>
                  </a:solidFill>
                  <a:latin typeface="Arial"/>
                  <a:ea typeface="Arial"/>
                  <a:cs typeface="Arial"/>
                  <a:sym typeface="Arial"/>
                </a:rPr>
                <a:t>4</a:t>
              </a:r>
              <a:endParaRPr/>
            </a:p>
          </p:txBody>
        </p:sp>
      </p:grpSp>
      <p:grpSp>
        <p:nvGrpSpPr>
          <p:cNvPr id="357" name="Google Shape;357;p21"/>
          <p:cNvGrpSpPr/>
          <p:nvPr/>
        </p:nvGrpSpPr>
        <p:grpSpPr>
          <a:xfrm>
            <a:off x="977741" y="2648112"/>
            <a:ext cx="508158" cy="543805"/>
            <a:chOff x="0" y="0"/>
            <a:chExt cx="812800" cy="869819"/>
          </a:xfrm>
        </p:grpSpPr>
        <p:sp>
          <p:nvSpPr>
            <p:cNvPr id="358" name="Google Shape;358;p21"/>
            <p:cNvSpPr/>
            <p:nvPr/>
          </p:nvSpPr>
          <p:spPr>
            <a:xfrm>
              <a:off x="0" y="0"/>
              <a:ext cx="812800" cy="869819"/>
            </a:xfrm>
            <a:custGeom>
              <a:avLst/>
              <a:gdLst/>
              <a:ahLst/>
              <a:cxnLst/>
              <a:rect l="l" t="t" r="r" b="b"/>
              <a:pathLst>
                <a:path w="812800" h="869819" extrusionOk="0">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cmpd="sng">
              <a:solidFill>
                <a:srgbClr val="FD6220"/>
              </a:solidFill>
              <a:prstDash val="solid"/>
              <a:miter lim="8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9" name="Google Shape;359;p21"/>
            <p:cNvSpPr txBox="1"/>
            <p:nvPr/>
          </p:nvSpPr>
          <p:spPr>
            <a:xfrm>
              <a:off x="76200" y="52970"/>
              <a:ext cx="660400" cy="735303"/>
            </a:xfrm>
            <a:prstGeom prst="rect">
              <a:avLst/>
            </a:prstGeom>
            <a:noFill/>
            <a:ln>
              <a:noFill/>
            </a:ln>
          </p:spPr>
          <p:txBody>
            <a:bodyPr spcFirstLastPara="1" wrap="square" lIns="50800" tIns="50800" rIns="50800" bIns="50800" anchor="ctr" anchorCtr="0">
              <a:noAutofit/>
            </a:bodyPr>
            <a:lstStyle/>
            <a:p>
              <a:pPr marL="0" marR="0" lvl="0" indent="0" algn="ctr" rtl="0">
                <a:lnSpc>
                  <a:spcPct val="140000"/>
                </a:lnSpc>
                <a:spcBef>
                  <a:spcPts val="0"/>
                </a:spcBef>
                <a:spcAft>
                  <a:spcPts val="0"/>
                </a:spcAft>
                <a:buNone/>
              </a:pPr>
              <a:r>
                <a:rPr lang="en-US" sz="1700">
                  <a:solidFill>
                    <a:srgbClr val="191919"/>
                  </a:solidFill>
                  <a:latin typeface="Arial"/>
                  <a:ea typeface="Arial"/>
                  <a:cs typeface="Arial"/>
                  <a:sym typeface="Arial"/>
                </a:rPr>
                <a:t>2</a:t>
              </a:r>
              <a:endParaRPr/>
            </a:p>
          </p:txBody>
        </p:sp>
      </p:grpSp>
      <p:grpSp>
        <p:nvGrpSpPr>
          <p:cNvPr id="360" name="Google Shape;360;p21"/>
          <p:cNvGrpSpPr/>
          <p:nvPr/>
        </p:nvGrpSpPr>
        <p:grpSpPr>
          <a:xfrm>
            <a:off x="977741" y="5318634"/>
            <a:ext cx="508158" cy="543805"/>
            <a:chOff x="0" y="0"/>
            <a:chExt cx="812800" cy="869819"/>
          </a:xfrm>
        </p:grpSpPr>
        <p:sp>
          <p:nvSpPr>
            <p:cNvPr id="361" name="Google Shape;361;p21"/>
            <p:cNvSpPr/>
            <p:nvPr/>
          </p:nvSpPr>
          <p:spPr>
            <a:xfrm>
              <a:off x="0" y="0"/>
              <a:ext cx="812800" cy="869819"/>
            </a:xfrm>
            <a:custGeom>
              <a:avLst/>
              <a:gdLst/>
              <a:ahLst/>
              <a:cxnLst/>
              <a:rect l="l" t="t" r="r" b="b"/>
              <a:pathLst>
                <a:path w="812800" h="869819" extrusionOk="0">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cmpd="sng">
              <a:solidFill>
                <a:srgbClr val="FD6220"/>
              </a:solidFill>
              <a:prstDash val="solid"/>
              <a:miter lim="8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2" name="Google Shape;362;p21"/>
            <p:cNvSpPr txBox="1"/>
            <p:nvPr/>
          </p:nvSpPr>
          <p:spPr>
            <a:xfrm>
              <a:off x="76200" y="52970"/>
              <a:ext cx="660400" cy="735303"/>
            </a:xfrm>
            <a:prstGeom prst="rect">
              <a:avLst/>
            </a:prstGeom>
            <a:noFill/>
            <a:ln>
              <a:noFill/>
            </a:ln>
          </p:spPr>
          <p:txBody>
            <a:bodyPr spcFirstLastPara="1" wrap="square" lIns="50800" tIns="50800" rIns="50800" bIns="50800" anchor="ctr" anchorCtr="0">
              <a:noAutofit/>
            </a:bodyPr>
            <a:lstStyle/>
            <a:p>
              <a:pPr marL="0" marR="0" lvl="0" indent="0" algn="ctr" rtl="0">
                <a:lnSpc>
                  <a:spcPct val="140000"/>
                </a:lnSpc>
                <a:spcBef>
                  <a:spcPts val="0"/>
                </a:spcBef>
                <a:spcAft>
                  <a:spcPts val="0"/>
                </a:spcAft>
                <a:buNone/>
              </a:pPr>
              <a:r>
                <a:rPr lang="en-US" sz="1700">
                  <a:solidFill>
                    <a:srgbClr val="191919"/>
                  </a:solidFill>
                  <a:latin typeface="Arial"/>
                  <a:ea typeface="Arial"/>
                  <a:cs typeface="Arial"/>
                  <a:sym typeface="Arial"/>
                </a:rPr>
                <a:t>6</a:t>
              </a:r>
              <a:endParaRPr/>
            </a:p>
          </p:txBody>
        </p:sp>
      </p:grpSp>
      <p:grpSp>
        <p:nvGrpSpPr>
          <p:cNvPr id="363" name="Google Shape;363;p21"/>
          <p:cNvGrpSpPr/>
          <p:nvPr/>
        </p:nvGrpSpPr>
        <p:grpSpPr>
          <a:xfrm>
            <a:off x="977741" y="4651003"/>
            <a:ext cx="508158" cy="543805"/>
            <a:chOff x="0" y="0"/>
            <a:chExt cx="812800" cy="869819"/>
          </a:xfrm>
        </p:grpSpPr>
        <p:sp>
          <p:nvSpPr>
            <p:cNvPr id="364" name="Google Shape;364;p21"/>
            <p:cNvSpPr/>
            <p:nvPr/>
          </p:nvSpPr>
          <p:spPr>
            <a:xfrm>
              <a:off x="0" y="0"/>
              <a:ext cx="812800" cy="869819"/>
            </a:xfrm>
            <a:custGeom>
              <a:avLst/>
              <a:gdLst/>
              <a:ahLst/>
              <a:cxnLst/>
              <a:rect l="l" t="t" r="r" b="b"/>
              <a:pathLst>
                <a:path w="812800" h="869819" extrusionOk="0">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cmpd="sng">
              <a:solidFill>
                <a:srgbClr val="FD6220"/>
              </a:solidFill>
              <a:prstDash val="solid"/>
              <a:miter lim="8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5" name="Google Shape;365;p21"/>
            <p:cNvSpPr txBox="1"/>
            <p:nvPr/>
          </p:nvSpPr>
          <p:spPr>
            <a:xfrm>
              <a:off x="76200" y="52970"/>
              <a:ext cx="660400" cy="735303"/>
            </a:xfrm>
            <a:prstGeom prst="rect">
              <a:avLst/>
            </a:prstGeom>
            <a:noFill/>
            <a:ln>
              <a:noFill/>
            </a:ln>
          </p:spPr>
          <p:txBody>
            <a:bodyPr spcFirstLastPara="1" wrap="square" lIns="50800" tIns="50800" rIns="50800" bIns="50800" anchor="ctr" anchorCtr="0">
              <a:noAutofit/>
            </a:bodyPr>
            <a:lstStyle/>
            <a:p>
              <a:pPr marL="0" marR="0" lvl="0" indent="0" algn="ctr" rtl="0">
                <a:lnSpc>
                  <a:spcPct val="140000"/>
                </a:lnSpc>
                <a:spcBef>
                  <a:spcPts val="0"/>
                </a:spcBef>
                <a:spcAft>
                  <a:spcPts val="0"/>
                </a:spcAft>
                <a:buNone/>
              </a:pPr>
              <a:r>
                <a:rPr lang="en-US" sz="1700">
                  <a:solidFill>
                    <a:srgbClr val="191919"/>
                  </a:solidFill>
                  <a:latin typeface="Arial"/>
                  <a:ea typeface="Arial"/>
                  <a:cs typeface="Arial"/>
                  <a:sym typeface="Arial"/>
                </a:rPr>
                <a:t>5</a:t>
              </a:r>
              <a:endParaRPr/>
            </a:p>
          </p:txBody>
        </p:sp>
      </p:grpSp>
      <p:grpSp>
        <p:nvGrpSpPr>
          <p:cNvPr id="366" name="Google Shape;366;p21"/>
          <p:cNvGrpSpPr/>
          <p:nvPr/>
        </p:nvGrpSpPr>
        <p:grpSpPr>
          <a:xfrm>
            <a:off x="977741" y="5986264"/>
            <a:ext cx="508158" cy="543805"/>
            <a:chOff x="0" y="0"/>
            <a:chExt cx="812800" cy="869819"/>
          </a:xfrm>
        </p:grpSpPr>
        <p:sp>
          <p:nvSpPr>
            <p:cNvPr id="367" name="Google Shape;367;p21"/>
            <p:cNvSpPr/>
            <p:nvPr/>
          </p:nvSpPr>
          <p:spPr>
            <a:xfrm>
              <a:off x="0" y="0"/>
              <a:ext cx="812800" cy="869819"/>
            </a:xfrm>
            <a:custGeom>
              <a:avLst/>
              <a:gdLst/>
              <a:ahLst/>
              <a:cxnLst/>
              <a:rect l="l" t="t" r="r" b="b"/>
              <a:pathLst>
                <a:path w="812800" h="869819" extrusionOk="0">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cmpd="sng">
              <a:solidFill>
                <a:srgbClr val="FD6220"/>
              </a:solidFill>
              <a:prstDash val="solid"/>
              <a:miter lim="8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8" name="Google Shape;368;p21"/>
            <p:cNvSpPr txBox="1"/>
            <p:nvPr/>
          </p:nvSpPr>
          <p:spPr>
            <a:xfrm>
              <a:off x="76200" y="52970"/>
              <a:ext cx="660400" cy="735303"/>
            </a:xfrm>
            <a:prstGeom prst="rect">
              <a:avLst/>
            </a:prstGeom>
            <a:noFill/>
            <a:ln>
              <a:noFill/>
            </a:ln>
          </p:spPr>
          <p:txBody>
            <a:bodyPr spcFirstLastPara="1" wrap="square" lIns="50800" tIns="50800" rIns="50800" bIns="50800" anchor="ctr" anchorCtr="0">
              <a:noAutofit/>
            </a:bodyPr>
            <a:lstStyle/>
            <a:p>
              <a:pPr marL="0" marR="0" lvl="0" indent="0" algn="ctr" rtl="0">
                <a:lnSpc>
                  <a:spcPct val="140000"/>
                </a:lnSpc>
                <a:spcBef>
                  <a:spcPts val="0"/>
                </a:spcBef>
                <a:spcAft>
                  <a:spcPts val="0"/>
                </a:spcAft>
                <a:buNone/>
              </a:pPr>
              <a:r>
                <a:rPr lang="en-US" sz="1700">
                  <a:solidFill>
                    <a:srgbClr val="191919"/>
                  </a:solidFill>
                  <a:latin typeface="Arial"/>
                  <a:ea typeface="Arial"/>
                  <a:cs typeface="Arial"/>
                  <a:sym typeface="Arial"/>
                </a:rPr>
                <a:t>7</a:t>
              </a:r>
              <a:endParaRPr/>
            </a:p>
          </p:txBody>
        </p:sp>
      </p:grpSp>
      <p:grpSp>
        <p:nvGrpSpPr>
          <p:cNvPr id="369" name="Google Shape;369;p21"/>
          <p:cNvGrpSpPr/>
          <p:nvPr/>
        </p:nvGrpSpPr>
        <p:grpSpPr>
          <a:xfrm>
            <a:off x="977741" y="7760846"/>
            <a:ext cx="508158" cy="543805"/>
            <a:chOff x="0" y="0"/>
            <a:chExt cx="812800" cy="869819"/>
          </a:xfrm>
        </p:grpSpPr>
        <p:sp>
          <p:nvSpPr>
            <p:cNvPr id="370" name="Google Shape;370;p21"/>
            <p:cNvSpPr/>
            <p:nvPr/>
          </p:nvSpPr>
          <p:spPr>
            <a:xfrm>
              <a:off x="0" y="0"/>
              <a:ext cx="812800" cy="869819"/>
            </a:xfrm>
            <a:custGeom>
              <a:avLst/>
              <a:gdLst/>
              <a:ahLst/>
              <a:cxnLst/>
              <a:rect l="l" t="t" r="r" b="b"/>
              <a:pathLst>
                <a:path w="812800" h="869819" extrusionOk="0">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cmpd="sng">
              <a:solidFill>
                <a:srgbClr val="FD6220"/>
              </a:solidFill>
              <a:prstDash val="solid"/>
              <a:miter lim="8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1" name="Google Shape;371;p21"/>
            <p:cNvSpPr txBox="1"/>
            <p:nvPr/>
          </p:nvSpPr>
          <p:spPr>
            <a:xfrm>
              <a:off x="76200" y="52970"/>
              <a:ext cx="660400" cy="735303"/>
            </a:xfrm>
            <a:prstGeom prst="rect">
              <a:avLst/>
            </a:prstGeom>
            <a:noFill/>
            <a:ln>
              <a:noFill/>
            </a:ln>
          </p:spPr>
          <p:txBody>
            <a:bodyPr spcFirstLastPara="1" wrap="square" lIns="50800" tIns="50800" rIns="50800" bIns="50800" anchor="ctr" anchorCtr="0">
              <a:noAutofit/>
            </a:bodyPr>
            <a:lstStyle/>
            <a:p>
              <a:pPr marL="0" marR="0" lvl="0" indent="0" algn="ctr" rtl="0">
                <a:lnSpc>
                  <a:spcPct val="140000"/>
                </a:lnSpc>
                <a:spcBef>
                  <a:spcPts val="0"/>
                </a:spcBef>
                <a:spcAft>
                  <a:spcPts val="0"/>
                </a:spcAft>
                <a:buNone/>
              </a:pPr>
              <a:r>
                <a:rPr lang="en-US" sz="1700">
                  <a:solidFill>
                    <a:srgbClr val="191919"/>
                  </a:solidFill>
                  <a:latin typeface="Arial"/>
                  <a:ea typeface="Arial"/>
                  <a:cs typeface="Arial"/>
                  <a:sym typeface="Arial"/>
                </a:rPr>
                <a:t>9</a:t>
              </a:r>
              <a:endParaRPr/>
            </a:p>
          </p:txBody>
        </p:sp>
      </p:grpSp>
      <p:sp>
        <p:nvSpPr>
          <p:cNvPr id="372" name="Google Shape;372;p21"/>
          <p:cNvSpPr/>
          <p:nvPr/>
        </p:nvSpPr>
        <p:spPr>
          <a:xfrm>
            <a:off x="16313420" y="1028700"/>
            <a:ext cx="945880" cy="236470"/>
          </a:xfrm>
          <a:custGeom>
            <a:avLst/>
            <a:gdLst/>
            <a:ahLst/>
            <a:cxnLst/>
            <a:rect l="l" t="t" r="r" b="b"/>
            <a:pathLst>
              <a:path w="945880" h="236470" extrusionOk="0">
                <a:moveTo>
                  <a:pt x="0" y="0"/>
                </a:moveTo>
                <a:lnTo>
                  <a:pt x="945880" y="0"/>
                </a:lnTo>
                <a:lnTo>
                  <a:pt x="945880" y="236470"/>
                </a:lnTo>
                <a:lnTo>
                  <a:pt x="0" y="236470"/>
                </a:lnTo>
                <a:lnTo>
                  <a:pt x="0" y="0"/>
                </a:lnTo>
                <a:close/>
              </a:path>
            </a:pathLst>
          </a:custGeom>
          <a:noFill/>
          <a:ln>
            <a:noFill/>
          </a:ln>
        </p:spPr>
      </p:sp>
      <p:grpSp>
        <p:nvGrpSpPr>
          <p:cNvPr id="373" name="Google Shape;373;p21"/>
          <p:cNvGrpSpPr/>
          <p:nvPr/>
        </p:nvGrpSpPr>
        <p:grpSpPr>
          <a:xfrm>
            <a:off x="17170670" y="-193569"/>
            <a:ext cx="10994424" cy="10994424"/>
            <a:chOff x="0" y="0"/>
            <a:chExt cx="812800" cy="812800"/>
          </a:xfrm>
        </p:grpSpPr>
        <p:sp>
          <p:nvSpPr>
            <p:cNvPr id="374" name="Google Shape;374;p21"/>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noFill/>
            <a:ln w="514350" cap="sq" cmpd="sng">
              <a:solidFill>
                <a:srgbClr val="FD6220">
                  <a:alpha val="11764"/>
                </a:srgbClr>
              </a:solidFill>
              <a:prstDash val="solid"/>
              <a:miter lim="8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5" name="Google Shape;375;p21"/>
            <p:cNvSpPr txBox="1"/>
            <p:nvPr/>
          </p:nvSpPr>
          <p:spPr>
            <a:xfrm>
              <a:off x="76200" y="47625"/>
              <a:ext cx="660400" cy="688975"/>
            </a:xfrm>
            <a:prstGeom prst="rect">
              <a:avLst/>
            </a:prstGeom>
            <a:noFill/>
            <a:ln>
              <a:noFill/>
            </a:ln>
          </p:spPr>
          <p:txBody>
            <a:bodyPr spcFirstLastPara="1" wrap="square" lIns="50800" tIns="50800" rIns="50800" bIns="50800" anchor="ctr" anchorCtr="0">
              <a:noAutofit/>
            </a:bodyPr>
            <a:lstStyle/>
            <a:p>
              <a:pPr marL="0" marR="0" lvl="0" indent="0" algn="ctr" rtl="0">
                <a:lnSpc>
                  <a:spcPct val="147722"/>
                </a:lnSpc>
                <a:spcBef>
                  <a:spcPts val="0"/>
                </a:spcBef>
                <a:spcAft>
                  <a:spcPts val="0"/>
                </a:spcAft>
                <a:buNone/>
              </a:pPr>
              <a:endParaRPr sz="1800">
                <a:solidFill>
                  <a:schemeClr val="dk1"/>
                </a:solidFill>
                <a:latin typeface="Calibri"/>
                <a:ea typeface="Calibri"/>
                <a:cs typeface="Calibri"/>
                <a:sym typeface="Calibri"/>
              </a:endParaRPr>
            </a:p>
          </p:txBody>
        </p:sp>
      </p:grpSp>
      <p:sp>
        <p:nvSpPr>
          <p:cNvPr id="376" name="Google Shape;376;p21"/>
          <p:cNvSpPr txBox="1"/>
          <p:nvPr/>
        </p:nvSpPr>
        <p:spPr>
          <a:xfrm>
            <a:off x="152400" y="342900"/>
            <a:ext cx="17907000" cy="830997"/>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4800" b="1">
                <a:solidFill>
                  <a:srgbClr val="0033CC"/>
                </a:solidFill>
                <a:latin typeface="Times New Roman"/>
                <a:ea typeface="Times New Roman"/>
                <a:cs typeface="Times New Roman"/>
                <a:sym typeface="Times New Roman"/>
              </a:rPr>
              <a:t>MODULE DESCRIPTION</a:t>
            </a:r>
            <a:endParaRPr sz="4800" b="1">
              <a:solidFill>
                <a:srgbClr val="0033CC"/>
              </a:solidFill>
              <a:latin typeface="Times New Roman"/>
              <a:ea typeface="Times New Roman"/>
              <a:cs typeface="Times New Roman"/>
              <a:sym typeface="Times New Roman"/>
            </a:endParaRPr>
          </a:p>
        </p:txBody>
      </p:sp>
      <p:sp>
        <p:nvSpPr>
          <p:cNvPr id="377" name="Google Shape;377;p21"/>
          <p:cNvSpPr txBox="1"/>
          <p:nvPr/>
        </p:nvSpPr>
        <p:spPr>
          <a:xfrm>
            <a:off x="2209800" y="1638300"/>
            <a:ext cx="15082325" cy="10649029"/>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endParaRPr sz="2800" b="1" dirty="0">
              <a:solidFill>
                <a:schemeClr val="dk1"/>
              </a:solidFill>
              <a:latin typeface="Calibri"/>
              <a:ea typeface="Calibri"/>
              <a:cs typeface="Calibri"/>
              <a:sym typeface="Calibri"/>
            </a:endParaRPr>
          </a:p>
          <a:p>
            <a:pPr marL="0" marR="0" lvl="0" indent="0" algn="l" rtl="0">
              <a:spcBef>
                <a:spcPts val="0"/>
              </a:spcBef>
              <a:spcAft>
                <a:spcPts val="0"/>
              </a:spcAft>
              <a:buNone/>
            </a:pPr>
            <a:endParaRPr dirty="0"/>
          </a:p>
          <a:p>
            <a:pPr marL="0" marR="0" lvl="0" indent="0" algn="l" rtl="0">
              <a:spcBef>
                <a:spcPts val="0"/>
              </a:spcBef>
              <a:spcAft>
                <a:spcPts val="0"/>
              </a:spcAft>
              <a:buNone/>
            </a:pPr>
            <a:endParaRPr sz="2800" b="1" dirty="0">
              <a:solidFill>
                <a:schemeClr val="dk1"/>
              </a:solidFill>
              <a:latin typeface="Calibri"/>
              <a:ea typeface="Calibri"/>
              <a:cs typeface="Calibri"/>
              <a:sym typeface="Calibri"/>
            </a:endParaRPr>
          </a:p>
          <a:p>
            <a:pPr lvl="0"/>
            <a:r>
              <a:rPr lang="en-US" sz="2800" b="1" dirty="0">
                <a:solidFill>
                  <a:schemeClr val="dk1"/>
                </a:solidFill>
                <a:latin typeface="Calibri"/>
                <a:ea typeface="Calibri"/>
                <a:cs typeface="Calibri"/>
                <a:sym typeface="Calibri"/>
              </a:rPr>
              <a:t>Module 1: </a:t>
            </a:r>
            <a:r>
              <a:rPr lang="en-IN" sz="2800" b="1" dirty="0">
                <a:latin typeface="Calibri" panose="020F0502020204030204" pitchFamily="34" charset="0"/>
                <a:ea typeface="Calibri" panose="020F0502020204030204" pitchFamily="34" charset="0"/>
                <a:cs typeface="Calibri" panose="020F0502020204030204" pitchFamily="34" charset="0"/>
              </a:rPr>
              <a:t>User Authentication &amp; Security</a:t>
            </a:r>
            <a:endParaRPr sz="2800" b="1" dirty="0">
              <a:latin typeface="Calibri" panose="020F0502020204030204" pitchFamily="34" charset="0"/>
              <a:ea typeface="Calibri" panose="020F0502020204030204" pitchFamily="34" charset="0"/>
              <a:cs typeface="Calibri" panose="020F0502020204030204" pitchFamily="34" charset="0"/>
            </a:endParaRPr>
          </a:p>
          <a:p>
            <a:pPr marL="457200" marR="0" lvl="0" indent="-457200" algn="l" rtl="0">
              <a:spcBef>
                <a:spcPts val="0"/>
              </a:spcBef>
              <a:spcAft>
                <a:spcPts val="0"/>
              </a:spcAft>
              <a:buFont typeface="Arial" panose="020B0604020202020204" pitchFamily="34" charset="0"/>
              <a:buChar char="•"/>
            </a:pPr>
            <a:r>
              <a:rPr lang="en-US" sz="2800" dirty="0">
                <a:solidFill>
                  <a:schemeClr val="dk1"/>
                </a:solidFill>
                <a:latin typeface="Calibri"/>
                <a:ea typeface="Calibri"/>
                <a:cs typeface="Calibri"/>
                <a:sym typeface="Calibri"/>
              </a:rPr>
              <a:t>Manages secure user registration and login using Spring security</a:t>
            </a:r>
          </a:p>
          <a:p>
            <a:pPr marL="457200" lvl="0" indent="-457200">
              <a:buFont typeface="Arial" panose="020B0604020202020204" pitchFamily="34" charset="0"/>
              <a:buChar char="•"/>
            </a:pPr>
            <a:r>
              <a:rPr lang="en-US" sz="2800" dirty="0"/>
              <a:t>Provides profile management, including data updates and password encryption</a:t>
            </a:r>
            <a:endParaRPr lang="en-US" sz="2800" dirty="0">
              <a:solidFill>
                <a:schemeClr val="dk1"/>
              </a:solidFill>
              <a:latin typeface="Calibri"/>
              <a:ea typeface="Calibri"/>
              <a:cs typeface="Calibri"/>
              <a:sym typeface="Calibri"/>
            </a:endParaRPr>
          </a:p>
          <a:p>
            <a:pPr marL="0" marR="0" lvl="0" indent="0" algn="l" rtl="0">
              <a:spcBef>
                <a:spcPts val="0"/>
              </a:spcBef>
              <a:spcAft>
                <a:spcPts val="0"/>
              </a:spcAft>
              <a:buNone/>
            </a:pPr>
            <a:endParaRPr lang="en-US" sz="2800" b="1" dirty="0">
              <a:solidFill>
                <a:schemeClr val="dk1"/>
              </a:solidFill>
              <a:latin typeface="Calibri"/>
              <a:ea typeface="Calibri"/>
              <a:cs typeface="Calibri"/>
              <a:sym typeface="Calibri"/>
            </a:endParaRPr>
          </a:p>
          <a:p>
            <a:pPr lvl="0"/>
            <a:r>
              <a:rPr lang="en-US" sz="2800" b="1" dirty="0">
                <a:solidFill>
                  <a:schemeClr val="dk1"/>
                </a:solidFill>
                <a:latin typeface="Calibri"/>
                <a:ea typeface="Calibri"/>
                <a:cs typeface="Calibri"/>
                <a:sym typeface="Calibri"/>
              </a:rPr>
              <a:t>Module 2: </a:t>
            </a:r>
            <a:r>
              <a:rPr lang="en-IN" sz="2800" b="1" dirty="0">
                <a:latin typeface="Calibri" panose="020F0502020204030204" pitchFamily="34" charset="0"/>
                <a:ea typeface="Calibri" panose="020F0502020204030204" pitchFamily="34" charset="0"/>
                <a:cs typeface="Calibri" panose="020F0502020204030204" pitchFamily="34" charset="0"/>
              </a:rPr>
              <a:t>Content &amp; Resource Management</a:t>
            </a:r>
            <a:endParaRPr sz="2800" b="1" dirty="0">
              <a:latin typeface="Calibri" panose="020F0502020204030204" pitchFamily="34" charset="0"/>
              <a:ea typeface="Calibri" panose="020F0502020204030204" pitchFamily="34" charset="0"/>
              <a:cs typeface="Calibri" panose="020F0502020204030204" pitchFamily="34" charset="0"/>
            </a:endParaRPr>
          </a:p>
          <a:p>
            <a:pPr marL="457200" lvl="0" indent="-457200">
              <a:buFont typeface="Arial" panose="020B0604020202020204" pitchFamily="34" charset="0"/>
              <a:buChar char="•"/>
            </a:pPr>
            <a:r>
              <a:rPr lang="en-US" sz="2800" dirty="0"/>
              <a:t>Handles the core logic for adding, editing, and deleting Subjects</a:t>
            </a:r>
          </a:p>
          <a:p>
            <a:pPr marL="457200" lvl="0" indent="-457200">
              <a:buFont typeface="Arial" panose="020B0604020202020204" pitchFamily="34" charset="0"/>
              <a:buChar char="•"/>
            </a:pPr>
            <a:r>
              <a:rPr lang="en-US" sz="2800" dirty="0"/>
              <a:t>Facilitates the Smart Upload of PDFs and PPTs, linking files directly to their respective subject categories</a:t>
            </a:r>
            <a:endParaRPr lang="en-US" sz="2800" dirty="0">
              <a:solidFill>
                <a:schemeClr val="dk1"/>
              </a:solidFill>
              <a:latin typeface="Calibri"/>
              <a:ea typeface="Calibri"/>
              <a:cs typeface="Calibri"/>
              <a:sym typeface="Calibri"/>
            </a:endParaRPr>
          </a:p>
          <a:p>
            <a:pPr lvl="0"/>
            <a:r>
              <a:rPr lang="en-US" sz="2800" b="1" dirty="0">
                <a:solidFill>
                  <a:schemeClr val="dk1"/>
                </a:solidFill>
                <a:latin typeface="Calibri"/>
                <a:ea typeface="Calibri"/>
                <a:cs typeface="Calibri"/>
                <a:sym typeface="Calibri"/>
              </a:rPr>
              <a:t>Module 3: </a:t>
            </a:r>
            <a:r>
              <a:rPr lang="en-IN" sz="2800" dirty="0">
                <a:latin typeface="Calibri" panose="020F0502020204030204" pitchFamily="34" charset="0"/>
                <a:ea typeface="Calibri" panose="020F0502020204030204" pitchFamily="34" charset="0"/>
                <a:cs typeface="Calibri" panose="020F0502020204030204" pitchFamily="34" charset="0"/>
              </a:rPr>
              <a:t>Interactive Revision Board</a:t>
            </a:r>
            <a:r>
              <a:rPr lang="en-IN" sz="2800" dirty="0"/>
              <a:t> </a:t>
            </a:r>
            <a:r>
              <a:rPr lang="en-US" sz="2800" b="1" dirty="0">
                <a:solidFill>
                  <a:schemeClr val="dk1"/>
                </a:solidFill>
                <a:latin typeface="Calibri"/>
                <a:ea typeface="Calibri"/>
                <a:cs typeface="Calibri"/>
                <a:sym typeface="Calibri"/>
              </a:rPr>
              <a:t>:</a:t>
            </a:r>
          </a:p>
          <a:p>
            <a:pPr marL="285750" lvl="0" indent="-285750">
              <a:buFont typeface="Arial" panose="020B0604020202020204" pitchFamily="34" charset="0"/>
              <a:buChar char="•"/>
            </a:pPr>
            <a:r>
              <a:rPr lang="en-US" sz="2800" dirty="0">
                <a:latin typeface="Calibri" panose="020F0502020204030204" pitchFamily="34" charset="0"/>
                <a:ea typeface="Calibri" panose="020F0502020204030204" pitchFamily="34" charset="0"/>
                <a:cs typeface="Calibri" panose="020F0502020204030204" pitchFamily="34" charset="0"/>
              </a:rPr>
              <a:t>Implements the Revision Card system, allowing users to create study aids with text and images.</a:t>
            </a:r>
          </a:p>
          <a:p>
            <a:pPr marL="285750" lvl="0" indent="-285750">
              <a:buFont typeface="Arial" panose="020B0604020202020204" pitchFamily="34" charset="0"/>
              <a:buChar char="•"/>
            </a:pPr>
            <a:r>
              <a:rPr lang="en-US" sz="2800" dirty="0">
                <a:latin typeface="Calibri" panose="020F0502020204030204" pitchFamily="34" charset="0"/>
                <a:ea typeface="Calibri" panose="020F0502020204030204" pitchFamily="34" charset="0"/>
                <a:cs typeface="Calibri" panose="020F0502020204030204" pitchFamily="34" charset="0"/>
              </a:rPr>
              <a:t>Includes the Modal Overlay feature for quick content viewing and live editing without page reloads.</a:t>
            </a:r>
            <a:endParaRPr lang="en-IN" sz="2800" dirty="0">
              <a:latin typeface="Calibri" panose="020F0502020204030204" pitchFamily="34" charset="0"/>
              <a:ea typeface="Calibri" panose="020F0502020204030204" pitchFamily="34" charset="0"/>
              <a:cs typeface="Calibri" panose="020F0502020204030204" pitchFamily="34" charset="0"/>
            </a:endParaRPr>
          </a:p>
          <a:p>
            <a:pPr marL="0" marR="0" lvl="0" indent="0" algn="l" rtl="0">
              <a:spcBef>
                <a:spcPts val="0"/>
              </a:spcBef>
              <a:spcAft>
                <a:spcPts val="0"/>
              </a:spcAft>
              <a:buNone/>
            </a:pPr>
            <a:endParaRPr dirty="0"/>
          </a:p>
          <a:p>
            <a:pPr lvl="0"/>
            <a:r>
              <a:rPr lang="en-US" sz="2800" b="1" dirty="0">
                <a:solidFill>
                  <a:schemeClr val="dk1"/>
                </a:solidFill>
                <a:latin typeface="Calibri"/>
                <a:ea typeface="Calibri"/>
                <a:cs typeface="Calibri"/>
                <a:sym typeface="Calibri"/>
              </a:rPr>
              <a:t>Module 4: </a:t>
            </a:r>
            <a:r>
              <a:rPr lang="en-IN" sz="2800" b="1" dirty="0"/>
              <a:t>Productivity &amp; Activity Tracker</a:t>
            </a:r>
            <a:endParaRPr dirty="0"/>
          </a:p>
          <a:p>
            <a:pPr marL="285750" lvl="0" indent="-285750">
              <a:buFont typeface="Arial" panose="020B0604020202020204" pitchFamily="34" charset="0"/>
              <a:buChar char="•"/>
            </a:pPr>
            <a:r>
              <a:rPr lang="en-US" sz="2800" dirty="0">
                <a:latin typeface="Calibri" panose="020F0502020204030204" pitchFamily="34" charset="0"/>
                <a:ea typeface="Calibri" panose="020F0502020204030204" pitchFamily="34" charset="0"/>
                <a:cs typeface="Calibri" panose="020F0502020204030204" pitchFamily="34" charset="0"/>
              </a:rPr>
              <a:t>Manages the To-Do List and automated reminders for academic tasks.</a:t>
            </a:r>
          </a:p>
          <a:p>
            <a:pPr marL="285750" lvl="0" indent="-285750">
              <a:buFont typeface="Arial" panose="020B0604020202020204" pitchFamily="34" charset="0"/>
              <a:buChar char="•"/>
            </a:pPr>
            <a:r>
              <a:rPr lang="en-US" sz="2800" dirty="0">
                <a:latin typeface="Calibri" panose="020F0502020204030204" pitchFamily="34" charset="0"/>
                <a:ea typeface="Calibri" panose="020F0502020204030204" pitchFamily="34" charset="0"/>
                <a:cs typeface="Calibri" panose="020F0502020204030204" pitchFamily="34" charset="0"/>
              </a:rPr>
              <a:t>Generates the Recent Activity Feed on the Dashboard to provide a chronological log of user progress</a:t>
            </a:r>
            <a:endParaRPr sz="2800" dirty="0">
              <a:latin typeface="Calibri" panose="020F0502020204030204" pitchFamily="34" charset="0"/>
              <a:ea typeface="Calibri" panose="020F0502020204030204" pitchFamily="34" charset="0"/>
              <a:cs typeface="Calibri" panose="020F0502020204030204" pitchFamily="34" charset="0"/>
            </a:endParaRPr>
          </a:p>
          <a:p>
            <a:pPr marL="0" marR="0" lvl="0" indent="0" algn="l" rtl="0">
              <a:spcBef>
                <a:spcPts val="0"/>
              </a:spcBef>
              <a:spcAft>
                <a:spcPts val="0"/>
              </a:spcAft>
              <a:buNone/>
            </a:pPr>
            <a:endParaRPr sz="2800" dirty="0">
              <a:solidFill>
                <a:schemeClr val="dk1"/>
              </a:solidFill>
              <a:latin typeface="Calibri"/>
              <a:ea typeface="Calibri"/>
              <a:cs typeface="Calibri"/>
              <a:sym typeface="Calibri"/>
            </a:endParaRPr>
          </a:p>
          <a:p>
            <a:pPr marL="0" marR="0" lvl="0" indent="0" algn="l" rtl="0">
              <a:spcBef>
                <a:spcPts val="0"/>
              </a:spcBef>
              <a:spcAft>
                <a:spcPts val="0"/>
              </a:spcAft>
              <a:buNone/>
            </a:pPr>
            <a:endParaRPr sz="2800" dirty="0">
              <a:solidFill>
                <a:schemeClr val="dk1"/>
              </a:solidFill>
              <a:latin typeface="Calibri"/>
              <a:ea typeface="Calibri"/>
              <a:cs typeface="Calibri"/>
              <a:sym typeface="Calibri"/>
            </a:endParaRPr>
          </a:p>
          <a:p>
            <a:pPr marL="0" marR="0" lvl="0" indent="0" algn="l" rtl="0">
              <a:spcBef>
                <a:spcPts val="0"/>
              </a:spcBef>
              <a:spcAft>
                <a:spcPts val="0"/>
              </a:spcAft>
              <a:buNone/>
            </a:pPr>
            <a:endParaRPr sz="2800" dirty="0">
              <a:solidFill>
                <a:schemeClr val="dk1"/>
              </a:solidFill>
              <a:latin typeface="Calibri"/>
              <a:ea typeface="Calibri"/>
              <a:cs typeface="Calibri"/>
              <a:sym typeface="Calibri"/>
            </a:endParaRPr>
          </a:p>
          <a:p>
            <a:pPr marL="0" marR="0" lvl="0" indent="0" algn="l" rtl="0">
              <a:spcBef>
                <a:spcPts val="0"/>
              </a:spcBef>
              <a:spcAft>
                <a:spcPts val="0"/>
              </a:spcAft>
              <a:buNone/>
            </a:pPr>
            <a:endParaRPr sz="2800" dirty="0">
              <a:solidFill>
                <a:schemeClr val="dk1"/>
              </a:solidFill>
              <a:latin typeface="Calibri"/>
              <a:ea typeface="Calibri"/>
              <a:cs typeface="Calibri"/>
              <a:sym typeface="Calibri"/>
            </a:endParaRPr>
          </a:p>
          <a:p>
            <a:pPr marL="0" marR="0" lvl="0" indent="0" algn="l" rtl="0">
              <a:spcBef>
                <a:spcPts val="0"/>
              </a:spcBef>
              <a:spcAft>
                <a:spcPts val="0"/>
              </a:spcAft>
              <a:buNone/>
            </a:pPr>
            <a:endParaRPr sz="2800" dirty="0">
              <a:solidFill>
                <a:schemeClr val="dk1"/>
              </a:solidFill>
              <a:latin typeface="Calibri"/>
              <a:ea typeface="Calibri"/>
              <a:cs typeface="Calibri"/>
              <a:sym typeface="Calibri"/>
            </a:endParaRPr>
          </a:p>
          <a:p>
            <a:pPr marL="0" marR="0" lvl="0" indent="0" algn="l" rtl="0">
              <a:spcBef>
                <a:spcPts val="0"/>
              </a:spcBef>
              <a:spcAft>
                <a:spcPts val="0"/>
              </a:spcAft>
              <a:buNone/>
            </a:pPr>
            <a:endParaRPr sz="2800" dirty="0">
              <a:solidFill>
                <a:schemeClr val="dk1"/>
              </a:solidFill>
              <a:latin typeface="Calibri"/>
              <a:ea typeface="Calibri"/>
              <a:cs typeface="Calibri"/>
              <a:sym typeface="Calibri"/>
            </a:endParaRPr>
          </a:p>
          <a:p>
            <a:pPr marL="0" marR="0" lvl="0" indent="0" algn="l" rtl="0">
              <a:spcBef>
                <a:spcPts val="0"/>
              </a:spcBef>
              <a:spcAft>
                <a:spcPts val="0"/>
              </a:spcAft>
              <a:buNone/>
            </a:pPr>
            <a:endParaRPr sz="2800" dirty="0">
              <a:solidFill>
                <a:schemeClr val="dk1"/>
              </a:solidFill>
              <a:latin typeface="Calibri"/>
              <a:ea typeface="Calibri"/>
              <a:cs typeface="Calibri"/>
              <a:sym typeface="Calibri"/>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Shape 381"/>
        <p:cNvGrpSpPr/>
        <p:nvPr/>
      </p:nvGrpSpPr>
      <p:grpSpPr>
        <a:xfrm>
          <a:off x="0" y="0"/>
          <a:ext cx="0" cy="0"/>
          <a:chOff x="0" y="0"/>
          <a:chExt cx="0" cy="0"/>
        </a:xfrm>
      </p:grpSpPr>
      <p:grpSp>
        <p:nvGrpSpPr>
          <p:cNvPr id="382" name="Google Shape;382;p22"/>
          <p:cNvGrpSpPr/>
          <p:nvPr/>
        </p:nvGrpSpPr>
        <p:grpSpPr>
          <a:xfrm>
            <a:off x="735588" y="6653894"/>
            <a:ext cx="992463" cy="992463"/>
            <a:chOff x="0" y="0"/>
            <a:chExt cx="812800" cy="812800"/>
          </a:xfrm>
        </p:grpSpPr>
        <p:sp>
          <p:nvSpPr>
            <p:cNvPr id="383" name="Google Shape;383;p22"/>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4" name="Google Shape;384;p22"/>
            <p:cNvSpPr txBox="1"/>
            <p:nvPr/>
          </p:nvSpPr>
          <p:spPr>
            <a:xfrm>
              <a:off x="76200" y="19050"/>
              <a:ext cx="660400" cy="717550"/>
            </a:xfrm>
            <a:prstGeom prst="rect">
              <a:avLst/>
            </a:prstGeom>
            <a:noFill/>
            <a:ln>
              <a:noFill/>
            </a:ln>
          </p:spPr>
          <p:txBody>
            <a:bodyPr spcFirstLastPara="1" wrap="square" lIns="50800" tIns="50800" rIns="50800" bIns="50800" anchor="ctr" anchorCtr="0">
              <a:noAutofit/>
            </a:bodyPr>
            <a:lstStyle/>
            <a:p>
              <a:pPr marL="0" marR="0" lvl="0" indent="0" algn="ctr" rtl="0">
                <a:lnSpc>
                  <a:spcPct val="157458"/>
                </a:lnSpc>
                <a:spcBef>
                  <a:spcPts val="0"/>
                </a:spcBef>
                <a:spcAft>
                  <a:spcPts val="0"/>
                </a:spcAft>
                <a:buNone/>
              </a:pPr>
              <a:r>
                <a:rPr lang="en-US" sz="2400" b="1">
                  <a:solidFill>
                    <a:srgbClr val="002060"/>
                  </a:solidFill>
                  <a:latin typeface="Arial"/>
                  <a:ea typeface="Arial"/>
                  <a:cs typeface="Arial"/>
                  <a:sym typeface="Arial"/>
                </a:rPr>
                <a:t>8</a:t>
              </a:r>
              <a:endParaRPr/>
            </a:p>
          </p:txBody>
        </p:sp>
      </p:grpSp>
      <p:grpSp>
        <p:nvGrpSpPr>
          <p:cNvPr id="385" name="Google Shape;385;p22"/>
          <p:cNvGrpSpPr/>
          <p:nvPr/>
        </p:nvGrpSpPr>
        <p:grpSpPr>
          <a:xfrm>
            <a:off x="977741" y="3315742"/>
            <a:ext cx="508158" cy="543805"/>
            <a:chOff x="0" y="0"/>
            <a:chExt cx="812800" cy="869819"/>
          </a:xfrm>
        </p:grpSpPr>
        <p:sp>
          <p:nvSpPr>
            <p:cNvPr id="386" name="Google Shape;386;p22"/>
            <p:cNvSpPr/>
            <p:nvPr/>
          </p:nvSpPr>
          <p:spPr>
            <a:xfrm>
              <a:off x="0" y="0"/>
              <a:ext cx="812800" cy="869819"/>
            </a:xfrm>
            <a:custGeom>
              <a:avLst/>
              <a:gdLst/>
              <a:ahLst/>
              <a:cxnLst/>
              <a:rect l="l" t="t" r="r" b="b"/>
              <a:pathLst>
                <a:path w="812800" h="869819" extrusionOk="0">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cmpd="sng">
              <a:solidFill>
                <a:srgbClr val="FD6220"/>
              </a:solidFill>
              <a:prstDash val="solid"/>
              <a:miter lim="8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7" name="Google Shape;387;p22"/>
            <p:cNvSpPr txBox="1"/>
            <p:nvPr/>
          </p:nvSpPr>
          <p:spPr>
            <a:xfrm>
              <a:off x="76200" y="52970"/>
              <a:ext cx="660400" cy="735303"/>
            </a:xfrm>
            <a:prstGeom prst="rect">
              <a:avLst/>
            </a:prstGeom>
            <a:noFill/>
            <a:ln>
              <a:noFill/>
            </a:ln>
          </p:spPr>
          <p:txBody>
            <a:bodyPr spcFirstLastPara="1" wrap="square" lIns="50800" tIns="50800" rIns="50800" bIns="50800" anchor="ctr" anchorCtr="0">
              <a:noAutofit/>
            </a:bodyPr>
            <a:lstStyle/>
            <a:p>
              <a:pPr marL="0" marR="0" lvl="0" indent="0" algn="ctr" rtl="0">
                <a:lnSpc>
                  <a:spcPct val="140000"/>
                </a:lnSpc>
                <a:spcBef>
                  <a:spcPts val="0"/>
                </a:spcBef>
                <a:spcAft>
                  <a:spcPts val="0"/>
                </a:spcAft>
                <a:buNone/>
              </a:pPr>
              <a:r>
                <a:rPr lang="en-US" sz="1700">
                  <a:solidFill>
                    <a:srgbClr val="191919"/>
                  </a:solidFill>
                  <a:latin typeface="Arial"/>
                  <a:ea typeface="Arial"/>
                  <a:cs typeface="Arial"/>
                  <a:sym typeface="Arial"/>
                </a:rPr>
                <a:t>3</a:t>
              </a:r>
              <a:endParaRPr/>
            </a:p>
          </p:txBody>
        </p:sp>
      </p:grpSp>
      <p:grpSp>
        <p:nvGrpSpPr>
          <p:cNvPr id="388" name="Google Shape;388;p22"/>
          <p:cNvGrpSpPr/>
          <p:nvPr/>
        </p:nvGrpSpPr>
        <p:grpSpPr>
          <a:xfrm>
            <a:off x="977741" y="1982349"/>
            <a:ext cx="508158" cy="543805"/>
            <a:chOff x="0" y="0"/>
            <a:chExt cx="812800" cy="869819"/>
          </a:xfrm>
        </p:grpSpPr>
        <p:sp>
          <p:nvSpPr>
            <p:cNvPr id="389" name="Google Shape;389;p22"/>
            <p:cNvSpPr/>
            <p:nvPr/>
          </p:nvSpPr>
          <p:spPr>
            <a:xfrm>
              <a:off x="0" y="0"/>
              <a:ext cx="812800" cy="869819"/>
            </a:xfrm>
            <a:custGeom>
              <a:avLst/>
              <a:gdLst/>
              <a:ahLst/>
              <a:cxnLst/>
              <a:rect l="l" t="t" r="r" b="b"/>
              <a:pathLst>
                <a:path w="812800" h="869819" extrusionOk="0">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cmpd="sng">
              <a:solidFill>
                <a:srgbClr val="FD6220"/>
              </a:solidFill>
              <a:prstDash val="solid"/>
              <a:miter lim="8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0" name="Google Shape;390;p22"/>
            <p:cNvSpPr txBox="1"/>
            <p:nvPr/>
          </p:nvSpPr>
          <p:spPr>
            <a:xfrm>
              <a:off x="76200" y="52970"/>
              <a:ext cx="660400" cy="735303"/>
            </a:xfrm>
            <a:prstGeom prst="rect">
              <a:avLst/>
            </a:prstGeom>
            <a:noFill/>
            <a:ln>
              <a:noFill/>
            </a:ln>
          </p:spPr>
          <p:txBody>
            <a:bodyPr spcFirstLastPara="1" wrap="square" lIns="50800" tIns="50800" rIns="50800" bIns="50800" anchor="ctr" anchorCtr="0">
              <a:noAutofit/>
            </a:bodyPr>
            <a:lstStyle/>
            <a:p>
              <a:pPr marL="0" marR="0" lvl="0" indent="0" algn="ctr" rtl="0">
                <a:lnSpc>
                  <a:spcPct val="140000"/>
                </a:lnSpc>
                <a:spcBef>
                  <a:spcPts val="0"/>
                </a:spcBef>
                <a:spcAft>
                  <a:spcPts val="0"/>
                </a:spcAft>
                <a:buNone/>
              </a:pPr>
              <a:r>
                <a:rPr lang="en-US" sz="1700">
                  <a:solidFill>
                    <a:srgbClr val="191919"/>
                  </a:solidFill>
                  <a:latin typeface="Arial"/>
                  <a:ea typeface="Arial"/>
                  <a:cs typeface="Arial"/>
                  <a:sym typeface="Arial"/>
                </a:rPr>
                <a:t>1</a:t>
              </a:r>
              <a:endParaRPr/>
            </a:p>
          </p:txBody>
        </p:sp>
      </p:grpSp>
      <p:grpSp>
        <p:nvGrpSpPr>
          <p:cNvPr id="391" name="Google Shape;391;p22"/>
          <p:cNvGrpSpPr/>
          <p:nvPr/>
        </p:nvGrpSpPr>
        <p:grpSpPr>
          <a:xfrm>
            <a:off x="977741" y="3983373"/>
            <a:ext cx="508158" cy="543805"/>
            <a:chOff x="0" y="0"/>
            <a:chExt cx="812800" cy="869819"/>
          </a:xfrm>
        </p:grpSpPr>
        <p:sp>
          <p:nvSpPr>
            <p:cNvPr id="392" name="Google Shape;392;p22"/>
            <p:cNvSpPr/>
            <p:nvPr/>
          </p:nvSpPr>
          <p:spPr>
            <a:xfrm>
              <a:off x="0" y="0"/>
              <a:ext cx="812800" cy="869819"/>
            </a:xfrm>
            <a:custGeom>
              <a:avLst/>
              <a:gdLst/>
              <a:ahLst/>
              <a:cxnLst/>
              <a:rect l="l" t="t" r="r" b="b"/>
              <a:pathLst>
                <a:path w="812800" h="869819" extrusionOk="0">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cmpd="sng">
              <a:solidFill>
                <a:srgbClr val="FD6220"/>
              </a:solidFill>
              <a:prstDash val="solid"/>
              <a:miter lim="8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3" name="Google Shape;393;p22"/>
            <p:cNvSpPr txBox="1"/>
            <p:nvPr/>
          </p:nvSpPr>
          <p:spPr>
            <a:xfrm>
              <a:off x="76200" y="52970"/>
              <a:ext cx="660400" cy="735303"/>
            </a:xfrm>
            <a:prstGeom prst="rect">
              <a:avLst/>
            </a:prstGeom>
            <a:noFill/>
            <a:ln>
              <a:noFill/>
            </a:ln>
          </p:spPr>
          <p:txBody>
            <a:bodyPr spcFirstLastPara="1" wrap="square" lIns="50800" tIns="50800" rIns="50800" bIns="50800" anchor="ctr" anchorCtr="0">
              <a:noAutofit/>
            </a:bodyPr>
            <a:lstStyle/>
            <a:p>
              <a:pPr marL="0" marR="0" lvl="0" indent="0" algn="ctr" rtl="0">
                <a:lnSpc>
                  <a:spcPct val="140000"/>
                </a:lnSpc>
                <a:spcBef>
                  <a:spcPts val="0"/>
                </a:spcBef>
                <a:spcAft>
                  <a:spcPts val="0"/>
                </a:spcAft>
                <a:buNone/>
              </a:pPr>
              <a:r>
                <a:rPr lang="en-US" sz="1700">
                  <a:solidFill>
                    <a:srgbClr val="191919"/>
                  </a:solidFill>
                  <a:latin typeface="Arial"/>
                  <a:ea typeface="Arial"/>
                  <a:cs typeface="Arial"/>
                  <a:sym typeface="Arial"/>
                </a:rPr>
                <a:t>4</a:t>
              </a:r>
              <a:endParaRPr/>
            </a:p>
          </p:txBody>
        </p:sp>
      </p:grpSp>
      <p:grpSp>
        <p:nvGrpSpPr>
          <p:cNvPr id="394" name="Google Shape;394;p22"/>
          <p:cNvGrpSpPr/>
          <p:nvPr/>
        </p:nvGrpSpPr>
        <p:grpSpPr>
          <a:xfrm>
            <a:off x="977741" y="2648112"/>
            <a:ext cx="508158" cy="543805"/>
            <a:chOff x="0" y="0"/>
            <a:chExt cx="812800" cy="869819"/>
          </a:xfrm>
        </p:grpSpPr>
        <p:sp>
          <p:nvSpPr>
            <p:cNvPr id="395" name="Google Shape;395;p22"/>
            <p:cNvSpPr/>
            <p:nvPr/>
          </p:nvSpPr>
          <p:spPr>
            <a:xfrm>
              <a:off x="0" y="0"/>
              <a:ext cx="812800" cy="869819"/>
            </a:xfrm>
            <a:custGeom>
              <a:avLst/>
              <a:gdLst/>
              <a:ahLst/>
              <a:cxnLst/>
              <a:rect l="l" t="t" r="r" b="b"/>
              <a:pathLst>
                <a:path w="812800" h="869819" extrusionOk="0">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cmpd="sng">
              <a:solidFill>
                <a:srgbClr val="FD6220"/>
              </a:solidFill>
              <a:prstDash val="solid"/>
              <a:miter lim="8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6" name="Google Shape;396;p22"/>
            <p:cNvSpPr txBox="1"/>
            <p:nvPr/>
          </p:nvSpPr>
          <p:spPr>
            <a:xfrm>
              <a:off x="76200" y="52970"/>
              <a:ext cx="660400" cy="735303"/>
            </a:xfrm>
            <a:prstGeom prst="rect">
              <a:avLst/>
            </a:prstGeom>
            <a:noFill/>
            <a:ln>
              <a:noFill/>
            </a:ln>
          </p:spPr>
          <p:txBody>
            <a:bodyPr spcFirstLastPara="1" wrap="square" lIns="50800" tIns="50800" rIns="50800" bIns="50800" anchor="ctr" anchorCtr="0">
              <a:noAutofit/>
            </a:bodyPr>
            <a:lstStyle/>
            <a:p>
              <a:pPr marL="0" marR="0" lvl="0" indent="0" algn="ctr" rtl="0">
                <a:lnSpc>
                  <a:spcPct val="140000"/>
                </a:lnSpc>
                <a:spcBef>
                  <a:spcPts val="0"/>
                </a:spcBef>
                <a:spcAft>
                  <a:spcPts val="0"/>
                </a:spcAft>
                <a:buNone/>
              </a:pPr>
              <a:r>
                <a:rPr lang="en-US" sz="1700">
                  <a:solidFill>
                    <a:srgbClr val="191919"/>
                  </a:solidFill>
                  <a:latin typeface="Arial"/>
                  <a:ea typeface="Arial"/>
                  <a:cs typeface="Arial"/>
                  <a:sym typeface="Arial"/>
                </a:rPr>
                <a:t>2</a:t>
              </a:r>
              <a:endParaRPr/>
            </a:p>
          </p:txBody>
        </p:sp>
      </p:grpSp>
      <p:grpSp>
        <p:nvGrpSpPr>
          <p:cNvPr id="397" name="Google Shape;397;p22"/>
          <p:cNvGrpSpPr/>
          <p:nvPr/>
        </p:nvGrpSpPr>
        <p:grpSpPr>
          <a:xfrm>
            <a:off x="977741" y="5318634"/>
            <a:ext cx="508158" cy="543805"/>
            <a:chOff x="0" y="0"/>
            <a:chExt cx="812800" cy="869819"/>
          </a:xfrm>
        </p:grpSpPr>
        <p:sp>
          <p:nvSpPr>
            <p:cNvPr id="398" name="Google Shape;398;p22"/>
            <p:cNvSpPr/>
            <p:nvPr/>
          </p:nvSpPr>
          <p:spPr>
            <a:xfrm>
              <a:off x="0" y="0"/>
              <a:ext cx="812800" cy="869819"/>
            </a:xfrm>
            <a:custGeom>
              <a:avLst/>
              <a:gdLst/>
              <a:ahLst/>
              <a:cxnLst/>
              <a:rect l="l" t="t" r="r" b="b"/>
              <a:pathLst>
                <a:path w="812800" h="869819" extrusionOk="0">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cmpd="sng">
              <a:solidFill>
                <a:srgbClr val="FD6220"/>
              </a:solidFill>
              <a:prstDash val="solid"/>
              <a:miter lim="8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9" name="Google Shape;399;p22"/>
            <p:cNvSpPr txBox="1"/>
            <p:nvPr/>
          </p:nvSpPr>
          <p:spPr>
            <a:xfrm>
              <a:off x="76200" y="52970"/>
              <a:ext cx="660400" cy="735303"/>
            </a:xfrm>
            <a:prstGeom prst="rect">
              <a:avLst/>
            </a:prstGeom>
            <a:noFill/>
            <a:ln>
              <a:noFill/>
            </a:ln>
          </p:spPr>
          <p:txBody>
            <a:bodyPr spcFirstLastPara="1" wrap="square" lIns="50800" tIns="50800" rIns="50800" bIns="50800" anchor="ctr" anchorCtr="0">
              <a:noAutofit/>
            </a:bodyPr>
            <a:lstStyle/>
            <a:p>
              <a:pPr marL="0" marR="0" lvl="0" indent="0" algn="ctr" rtl="0">
                <a:lnSpc>
                  <a:spcPct val="140000"/>
                </a:lnSpc>
                <a:spcBef>
                  <a:spcPts val="0"/>
                </a:spcBef>
                <a:spcAft>
                  <a:spcPts val="0"/>
                </a:spcAft>
                <a:buNone/>
              </a:pPr>
              <a:r>
                <a:rPr lang="en-US" sz="1700">
                  <a:solidFill>
                    <a:srgbClr val="191919"/>
                  </a:solidFill>
                  <a:latin typeface="Arial"/>
                  <a:ea typeface="Arial"/>
                  <a:cs typeface="Arial"/>
                  <a:sym typeface="Arial"/>
                </a:rPr>
                <a:t>6</a:t>
              </a:r>
              <a:endParaRPr/>
            </a:p>
          </p:txBody>
        </p:sp>
      </p:grpSp>
      <p:grpSp>
        <p:nvGrpSpPr>
          <p:cNvPr id="400" name="Google Shape;400;p22"/>
          <p:cNvGrpSpPr/>
          <p:nvPr/>
        </p:nvGrpSpPr>
        <p:grpSpPr>
          <a:xfrm>
            <a:off x="977741" y="4651003"/>
            <a:ext cx="508158" cy="543805"/>
            <a:chOff x="0" y="0"/>
            <a:chExt cx="812800" cy="869819"/>
          </a:xfrm>
        </p:grpSpPr>
        <p:sp>
          <p:nvSpPr>
            <p:cNvPr id="401" name="Google Shape;401;p22"/>
            <p:cNvSpPr/>
            <p:nvPr/>
          </p:nvSpPr>
          <p:spPr>
            <a:xfrm>
              <a:off x="0" y="0"/>
              <a:ext cx="812800" cy="869819"/>
            </a:xfrm>
            <a:custGeom>
              <a:avLst/>
              <a:gdLst/>
              <a:ahLst/>
              <a:cxnLst/>
              <a:rect l="l" t="t" r="r" b="b"/>
              <a:pathLst>
                <a:path w="812800" h="869819" extrusionOk="0">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cmpd="sng">
              <a:solidFill>
                <a:srgbClr val="FD6220"/>
              </a:solidFill>
              <a:prstDash val="solid"/>
              <a:miter lim="8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2" name="Google Shape;402;p22"/>
            <p:cNvSpPr txBox="1"/>
            <p:nvPr/>
          </p:nvSpPr>
          <p:spPr>
            <a:xfrm>
              <a:off x="76200" y="52970"/>
              <a:ext cx="660400" cy="735303"/>
            </a:xfrm>
            <a:prstGeom prst="rect">
              <a:avLst/>
            </a:prstGeom>
            <a:noFill/>
            <a:ln>
              <a:noFill/>
            </a:ln>
          </p:spPr>
          <p:txBody>
            <a:bodyPr spcFirstLastPara="1" wrap="square" lIns="50800" tIns="50800" rIns="50800" bIns="50800" anchor="ctr" anchorCtr="0">
              <a:noAutofit/>
            </a:bodyPr>
            <a:lstStyle/>
            <a:p>
              <a:pPr marL="0" marR="0" lvl="0" indent="0" algn="ctr" rtl="0">
                <a:lnSpc>
                  <a:spcPct val="140000"/>
                </a:lnSpc>
                <a:spcBef>
                  <a:spcPts val="0"/>
                </a:spcBef>
                <a:spcAft>
                  <a:spcPts val="0"/>
                </a:spcAft>
                <a:buNone/>
              </a:pPr>
              <a:r>
                <a:rPr lang="en-US" sz="1700">
                  <a:solidFill>
                    <a:srgbClr val="191919"/>
                  </a:solidFill>
                  <a:latin typeface="Arial"/>
                  <a:ea typeface="Arial"/>
                  <a:cs typeface="Arial"/>
                  <a:sym typeface="Arial"/>
                </a:rPr>
                <a:t>5</a:t>
              </a:r>
              <a:endParaRPr/>
            </a:p>
          </p:txBody>
        </p:sp>
      </p:grpSp>
      <p:grpSp>
        <p:nvGrpSpPr>
          <p:cNvPr id="403" name="Google Shape;403;p22"/>
          <p:cNvGrpSpPr/>
          <p:nvPr/>
        </p:nvGrpSpPr>
        <p:grpSpPr>
          <a:xfrm>
            <a:off x="977741" y="5986264"/>
            <a:ext cx="508158" cy="543805"/>
            <a:chOff x="0" y="0"/>
            <a:chExt cx="812800" cy="869819"/>
          </a:xfrm>
        </p:grpSpPr>
        <p:sp>
          <p:nvSpPr>
            <p:cNvPr id="404" name="Google Shape;404;p22"/>
            <p:cNvSpPr/>
            <p:nvPr/>
          </p:nvSpPr>
          <p:spPr>
            <a:xfrm>
              <a:off x="0" y="0"/>
              <a:ext cx="812800" cy="869819"/>
            </a:xfrm>
            <a:custGeom>
              <a:avLst/>
              <a:gdLst/>
              <a:ahLst/>
              <a:cxnLst/>
              <a:rect l="l" t="t" r="r" b="b"/>
              <a:pathLst>
                <a:path w="812800" h="869819" extrusionOk="0">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cmpd="sng">
              <a:solidFill>
                <a:srgbClr val="FD6220"/>
              </a:solidFill>
              <a:prstDash val="solid"/>
              <a:miter lim="8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5" name="Google Shape;405;p22"/>
            <p:cNvSpPr txBox="1"/>
            <p:nvPr/>
          </p:nvSpPr>
          <p:spPr>
            <a:xfrm>
              <a:off x="76200" y="52970"/>
              <a:ext cx="660400" cy="735303"/>
            </a:xfrm>
            <a:prstGeom prst="rect">
              <a:avLst/>
            </a:prstGeom>
            <a:noFill/>
            <a:ln>
              <a:noFill/>
            </a:ln>
          </p:spPr>
          <p:txBody>
            <a:bodyPr spcFirstLastPara="1" wrap="square" lIns="50800" tIns="50800" rIns="50800" bIns="50800" anchor="ctr" anchorCtr="0">
              <a:noAutofit/>
            </a:bodyPr>
            <a:lstStyle/>
            <a:p>
              <a:pPr marL="0" marR="0" lvl="0" indent="0" algn="ctr" rtl="0">
                <a:lnSpc>
                  <a:spcPct val="140000"/>
                </a:lnSpc>
                <a:spcBef>
                  <a:spcPts val="0"/>
                </a:spcBef>
                <a:spcAft>
                  <a:spcPts val="0"/>
                </a:spcAft>
                <a:buNone/>
              </a:pPr>
              <a:r>
                <a:rPr lang="en-US" sz="1700">
                  <a:solidFill>
                    <a:srgbClr val="191919"/>
                  </a:solidFill>
                  <a:latin typeface="Arial"/>
                  <a:ea typeface="Arial"/>
                  <a:cs typeface="Arial"/>
                  <a:sym typeface="Arial"/>
                </a:rPr>
                <a:t>7</a:t>
              </a:r>
              <a:endParaRPr/>
            </a:p>
          </p:txBody>
        </p:sp>
      </p:grpSp>
      <p:grpSp>
        <p:nvGrpSpPr>
          <p:cNvPr id="406" name="Google Shape;406;p22"/>
          <p:cNvGrpSpPr/>
          <p:nvPr/>
        </p:nvGrpSpPr>
        <p:grpSpPr>
          <a:xfrm>
            <a:off x="977741" y="7760846"/>
            <a:ext cx="508158" cy="543805"/>
            <a:chOff x="0" y="0"/>
            <a:chExt cx="812800" cy="869819"/>
          </a:xfrm>
        </p:grpSpPr>
        <p:sp>
          <p:nvSpPr>
            <p:cNvPr id="407" name="Google Shape;407;p22"/>
            <p:cNvSpPr/>
            <p:nvPr/>
          </p:nvSpPr>
          <p:spPr>
            <a:xfrm>
              <a:off x="0" y="0"/>
              <a:ext cx="812800" cy="869819"/>
            </a:xfrm>
            <a:custGeom>
              <a:avLst/>
              <a:gdLst/>
              <a:ahLst/>
              <a:cxnLst/>
              <a:rect l="l" t="t" r="r" b="b"/>
              <a:pathLst>
                <a:path w="812800" h="869819" extrusionOk="0">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cmpd="sng">
              <a:solidFill>
                <a:srgbClr val="FD6220"/>
              </a:solidFill>
              <a:prstDash val="solid"/>
              <a:miter lim="8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8" name="Google Shape;408;p22"/>
            <p:cNvSpPr txBox="1"/>
            <p:nvPr/>
          </p:nvSpPr>
          <p:spPr>
            <a:xfrm>
              <a:off x="76200" y="52970"/>
              <a:ext cx="660400" cy="735303"/>
            </a:xfrm>
            <a:prstGeom prst="rect">
              <a:avLst/>
            </a:prstGeom>
            <a:noFill/>
            <a:ln>
              <a:noFill/>
            </a:ln>
          </p:spPr>
          <p:txBody>
            <a:bodyPr spcFirstLastPara="1" wrap="square" lIns="50800" tIns="50800" rIns="50800" bIns="50800" anchor="ctr" anchorCtr="0">
              <a:noAutofit/>
            </a:bodyPr>
            <a:lstStyle/>
            <a:p>
              <a:pPr marL="0" marR="0" lvl="0" indent="0" algn="ctr" rtl="0">
                <a:lnSpc>
                  <a:spcPct val="140000"/>
                </a:lnSpc>
                <a:spcBef>
                  <a:spcPts val="0"/>
                </a:spcBef>
                <a:spcAft>
                  <a:spcPts val="0"/>
                </a:spcAft>
                <a:buNone/>
              </a:pPr>
              <a:r>
                <a:rPr lang="en-US" sz="1700">
                  <a:solidFill>
                    <a:srgbClr val="191919"/>
                  </a:solidFill>
                  <a:latin typeface="Arial"/>
                  <a:ea typeface="Arial"/>
                  <a:cs typeface="Arial"/>
                  <a:sym typeface="Arial"/>
                </a:rPr>
                <a:t>9</a:t>
              </a:r>
              <a:endParaRPr/>
            </a:p>
          </p:txBody>
        </p:sp>
      </p:grpSp>
      <p:sp>
        <p:nvSpPr>
          <p:cNvPr id="409" name="Google Shape;409;p22"/>
          <p:cNvSpPr/>
          <p:nvPr/>
        </p:nvSpPr>
        <p:spPr>
          <a:xfrm>
            <a:off x="16313420" y="1028700"/>
            <a:ext cx="945880" cy="236470"/>
          </a:xfrm>
          <a:custGeom>
            <a:avLst/>
            <a:gdLst/>
            <a:ahLst/>
            <a:cxnLst/>
            <a:rect l="l" t="t" r="r" b="b"/>
            <a:pathLst>
              <a:path w="945880" h="236470" extrusionOk="0">
                <a:moveTo>
                  <a:pt x="0" y="0"/>
                </a:moveTo>
                <a:lnTo>
                  <a:pt x="945880" y="0"/>
                </a:lnTo>
                <a:lnTo>
                  <a:pt x="945880" y="236470"/>
                </a:lnTo>
                <a:lnTo>
                  <a:pt x="0" y="236470"/>
                </a:lnTo>
                <a:lnTo>
                  <a:pt x="0" y="0"/>
                </a:lnTo>
                <a:close/>
              </a:path>
            </a:pathLst>
          </a:custGeom>
          <a:noFill/>
          <a:ln>
            <a:noFill/>
          </a:ln>
        </p:spPr>
      </p:sp>
      <p:grpSp>
        <p:nvGrpSpPr>
          <p:cNvPr id="410" name="Google Shape;410;p22"/>
          <p:cNvGrpSpPr/>
          <p:nvPr/>
        </p:nvGrpSpPr>
        <p:grpSpPr>
          <a:xfrm>
            <a:off x="17170670" y="-178579"/>
            <a:ext cx="10994424" cy="10994424"/>
            <a:chOff x="0" y="0"/>
            <a:chExt cx="812800" cy="812800"/>
          </a:xfrm>
        </p:grpSpPr>
        <p:sp>
          <p:nvSpPr>
            <p:cNvPr id="411" name="Google Shape;411;p22"/>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noFill/>
            <a:ln w="514350" cap="sq" cmpd="sng">
              <a:solidFill>
                <a:srgbClr val="FD6220">
                  <a:alpha val="11764"/>
                </a:srgbClr>
              </a:solidFill>
              <a:prstDash val="solid"/>
              <a:miter lim="8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2" name="Google Shape;412;p22"/>
            <p:cNvSpPr txBox="1"/>
            <p:nvPr/>
          </p:nvSpPr>
          <p:spPr>
            <a:xfrm>
              <a:off x="76200" y="47625"/>
              <a:ext cx="660400" cy="688975"/>
            </a:xfrm>
            <a:prstGeom prst="rect">
              <a:avLst/>
            </a:prstGeom>
            <a:noFill/>
            <a:ln>
              <a:noFill/>
            </a:ln>
          </p:spPr>
          <p:txBody>
            <a:bodyPr spcFirstLastPara="1" wrap="square" lIns="50800" tIns="50800" rIns="50800" bIns="50800" anchor="ctr" anchorCtr="0">
              <a:noAutofit/>
            </a:bodyPr>
            <a:lstStyle/>
            <a:p>
              <a:pPr marL="0" marR="0" lvl="0" indent="0" algn="ctr" rtl="0">
                <a:lnSpc>
                  <a:spcPct val="147722"/>
                </a:lnSpc>
                <a:spcBef>
                  <a:spcPts val="0"/>
                </a:spcBef>
                <a:spcAft>
                  <a:spcPts val="0"/>
                </a:spcAft>
                <a:buNone/>
              </a:pPr>
              <a:endParaRPr sz="1800">
                <a:solidFill>
                  <a:schemeClr val="dk1"/>
                </a:solidFill>
                <a:latin typeface="Calibri"/>
                <a:ea typeface="Calibri"/>
                <a:cs typeface="Calibri"/>
                <a:sym typeface="Calibri"/>
              </a:endParaRPr>
            </a:p>
          </p:txBody>
        </p:sp>
      </p:grpSp>
      <p:sp>
        <p:nvSpPr>
          <p:cNvPr id="413" name="Google Shape;413;p22"/>
          <p:cNvSpPr txBox="1"/>
          <p:nvPr/>
        </p:nvSpPr>
        <p:spPr>
          <a:xfrm>
            <a:off x="152400" y="342900"/>
            <a:ext cx="17907000" cy="830997"/>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4800" b="1">
                <a:solidFill>
                  <a:srgbClr val="0033CC"/>
                </a:solidFill>
                <a:latin typeface="Times New Roman"/>
                <a:ea typeface="Times New Roman"/>
                <a:cs typeface="Times New Roman"/>
                <a:sym typeface="Times New Roman"/>
              </a:rPr>
              <a:t>IMPLEMENTATION SCREENSHOTS</a:t>
            </a:r>
            <a:endParaRPr sz="4800" b="1">
              <a:solidFill>
                <a:srgbClr val="0033CC"/>
              </a:solidFill>
              <a:latin typeface="Times New Roman"/>
              <a:ea typeface="Times New Roman"/>
              <a:cs typeface="Times New Roman"/>
              <a:sym typeface="Times New Roman"/>
            </a:endParaRPr>
          </a:p>
        </p:txBody>
      </p:sp>
      <p:pic>
        <p:nvPicPr>
          <p:cNvPr id="3" name="Picture 2">
            <a:extLst>
              <a:ext uri="{FF2B5EF4-FFF2-40B4-BE49-F238E27FC236}">
                <a16:creationId xmlns:a16="http://schemas.microsoft.com/office/drawing/2014/main" id="{4B2BF8C5-4F97-C086-7B2E-04C4C791840D}"/>
              </a:ext>
            </a:extLst>
          </p:cNvPr>
          <p:cNvPicPr>
            <a:picLocks noChangeAspect="1"/>
          </p:cNvPicPr>
          <p:nvPr/>
        </p:nvPicPr>
        <p:blipFill>
          <a:blip r:embed="rId3"/>
          <a:stretch>
            <a:fillRect/>
          </a:stretch>
        </p:blipFill>
        <p:spPr>
          <a:xfrm>
            <a:off x="2310499" y="1435194"/>
            <a:ext cx="8448566" cy="3586511"/>
          </a:xfrm>
          <a:prstGeom prst="rect">
            <a:avLst/>
          </a:prstGeom>
        </p:spPr>
      </p:pic>
      <p:pic>
        <p:nvPicPr>
          <p:cNvPr id="5" name="Picture 4">
            <a:extLst>
              <a:ext uri="{FF2B5EF4-FFF2-40B4-BE49-F238E27FC236}">
                <a16:creationId xmlns:a16="http://schemas.microsoft.com/office/drawing/2014/main" id="{76CC7BBC-2852-B551-EA89-8F1DDF119EC5}"/>
              </a:ext>
            </a:extLst>
          </p:cNvPr>
          <p:cNvPicPr>
            <a:picLocks noChangeAspect="1"/>
          </p:cNvPicPr>
          <p:nvPr/>
        </p:nvPicPr>
        <p:blipFill>
          <a:blip r:embed="rId4"/>
          <a:stretch>
            <a:fillRect/>
          </a:stretch>
        </p:blipFill>
        <p:spPr>
          <a:xfrm>
            <a:off x="2427996" y="5421836"/>
            <a:ext cx="8331069" cy="4055335"/>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Shape 418"/>
        <p:cNvGrpSpPr/>
        <p:nvPr/>
      </p:nvGrpSpPr>
      <p:grpSpPr>
        <a:xfrm>
          <a:off x="0" y="0"/>
          <a:ext cx="0" cy="0"/>
          <a:chOff x="0" y="0"/>
          <a:chExt cx="0" cy="0"/>
        </a:xfrm>
      </p:grpSpPr>
      <p:grpSp>
        <p:nvGrpSpPr>
          <p:cNvPr id="419" name="Google Shape;419;p23"/>
          <p:cNvGrpSpPr/>
          <p:nvPr/>
        </p:nvGrpSpPr>
        <p:grpSpPr>
          <a:xfrm>
            <a:off x="735588" y="6653894"/>
            <a:ext cx="992463" cy="992463"/>
            <a:chOff x="0" y="0"/>
            <a:chExt cx="812800" cy="812800"/>
          </a:xfrm>
        </p:grpSpPr>
        <p:sp>
          <p:nvSpPr>
            <p:cNvPr id="420" name="Google Shape;420;p23"/>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1" name="Google Shape;421;p23"/>
            <p:cNvSpPr txBox="1"/>
            <p:nvPr/>
          </p:nvSpPr>
          <p:spPr>
            <a:xfrm>
              <a:off x="76200" y="19050"/>
              <a:ext cx="660400" cy="717550"/>
            </a:xfrm>
            <a:prstGeom prst="rect">
              <a:avLst/>
            </a:prstGeom>
            <a:noFill/>
            <a:ln>
              <a:noFill/>
            </a:ln>
          </p:spPr>
          <p:txBody>
            <a:bodyPr spcFirstLastPara="1" wrap="square" lIns="50800" tIns="50800" rIns="50800" bIns="50800" anchor="ctr" anchorCtr="0">
              <a:noAutofit/>
            </a:bodyPr>
            <a:lstStyle/>
            <a:p>
              <a:pPr marL="0" marR="0" lvl="0" indent="0" algn="ctr" rtl="0">
                <a:lnSpc>
                  <a:spcPct val="157458"/>
                </a:lnSpc>
                <a:spcBef>
                  <a:spcPts val="0"/>
                </a:spcBef>
                <a:spcAft>
                  <a:spcPts val="0"/>
                </a:spcAft>
                <a:buNone/>
              </a:pPr>
              <a:r>
                <a:rPr lang="en-US" sz="2400" b="1">
                  <a:solidFill>
                    <a:srgbClr val="002060"/>
                  </a:solidFill>
                  <a:latin typeface="Arial"/>
                  <a:ea typeface="Arial"/>
                  <a:cs typeface="Arial"/>
                  <a:sym typeface="Arial"/>
                </a:rPr>
                <a:t>8(A)</a:t>
              </a:r>
              <a:endParaRPr/>
            </a:p>
          </p:txBody>
        </p:sp>
      </p:grpSp>
      <p:grpSp>
        <p:nvGrpSpPr>
          <p:cNvPr id="422" name="Google Shape;422;p23"/>
          <p:cNvGrpSpPr/>
          <p:nvPr/>
        </p:nvGrpSpPr>
        <p:grpSpPr>
          <a:xfrm>
            <a:off x="977741" y="3315742"/>
            <a:ext cx="508158" cy="543805"/>
            <a:chOff x="0" y="0"/>
            <a:chExt cx="812800" cy="869819"/>
          </a:xfrm>
        </p:grpSpPr>
        <p:sp>
          <p:nvSpPr>
            <p:cNvPr id="423" name="Google Shape;423;p23"/>
            <p:cNvSpPr/>
            <p:nvPr/>
          </p:nvSpPr>
          <p:spPr>
            <a:xfrm>
              <a:off x="0" y="0"/>
              <a:ext cx="812800" cy="869819"/>
            </a:xfrm>
            <a:custGeom>
              <a:avLst/>
              <a:gdLst/>
              <a:ahLst/>
              <a:cxnLst/>
              <a:rect l="l" t="t" r="r" b="b"/>
              <a:pathLst>
                <a:path w="812800" h="869819" extrusionOk="0">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cmpd="sng">
              <a:solidFill>
                <a:srgbClr val="FD6220"/>
              </a:solidFill>
              <a:prstDash val="solid"/>
              <a:miter lim="8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4" name="Google Shape;424;p23"/>
            <p:cNvSpPr txBox="1"/>
            <p:nvPr/>
          </p:nvSpPr>
          <p:spPr>
            <a:xfrm>
              <a:off x="76200" y="52970"/>
              <a:ext cx="660400" cy="735303"/>
            </a:xfrm>
            <a:prstGeom prst="rect">
              <a:avLst/>
            </a:prstGeom>
            <a:noFill/>
            <a:ln>
              <a:noFill/>
            </a:ln>
          </p:spPr>
          <p:txBody>
            <a:bodyPr spcFirstLastPara="1" wrap="square" lIns="50800" tIns="50800" rIns="50800" bIns="50800" anchor="ctr" anchorCtr="0">
              <a:noAutofit/>
            </a:bodyPr>
            <a:lstStyle/>
            <a:p>
              <a:pPr marL="0" marR="0" lvl="0" indent="0" algn="ctr" rtl="0">
                <a:lnSpc>
                  <a:spcPct val="140000"/>
                </a:lnSpc>
                <a:spcBef>
                  <a:spcPts val="0"/>
                </a:spcBef>
                <a:spcAft>
                  <a:spcPts val="0"/>
                </a:spcAft>
                <a:buNone/>
              </a:pPr>
              <a:r>
                <a:rPr lang="en-US" sz="1700">
                  <a:solidFill>
                    <a:srgbClr val="191919"/>
                  </a:solidFill>
                  <a:latin typeface="Arial"/>
                  <a:ea typeface="Arial"/>
                  <a:cs typeface="Arial"/>
                  <a:sym typeface="Arial"/>
                </a:rPr>
                <a:t>3</a:t>
              </a:r>
              <a:endParaRPr/>
            </a:p>
          </p:txBody>
        </p:sp>
      </p:grpSp>
      <p:grpSp>
        <p:nvGrpSpPr>
          <p:cNvPr id="425" name="Google Shape;425;p23"/>
          <p:cNvGrpSpPr/>
          <p:nvPr/>
        </p:nvGrpSpPr>
        <p:grpSpPr>
          <a:xfrm>
            <a:off x="977741" y="1982349"/>
            <a:ext cx="508158" cy="543805"/>
            <a:chOff x="0" y="0"/>
            <a:chExt cx="812800" cy="869819"/>
          </a:xfrm>
        </p:grpSpPr>
        <p:sp>
          <p:nvSpPr>
            <p:cNvPr id="426" name="Google Shape;426;p23"/>
            <p:cNvSpPr/>
            <p:nvPr/>
          </p:nvSpPr>
          <p:spPr>
            <a:xfrm>
              <a:off x="0" y="0"/>
              <a:ext cx="812800" cy="869819"/>
            </a:xfrm>
            <a:custGeom>
              <a:avLst/>
              <a:gdLst/>
              <a:ahLst/>
              <a:cxnLst/>
              <a:rect l="l" t="t" r="r" b="b"/>
              <a:pathLst>
                <a:path w="812800" h="869819" extrusionOk="0">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cmpd="sng">
              <a:solidFill>
                <a:srgbClr val="FD6220"/>
              </a:solidFill>
              <a:prstDash val="solid"/>
              <a:miter lim="8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7" name="Google Shape;427;p23"/>
            <p:cNvSpPr txBox="1"/>
            <p:nvPr/>
          </p:nvSpPr>
          <p:spPr>
            <a:xfrm>
              <a:off x="76200" y="52970"/>
              <a:ext cx="660400" cy="735303"/>
            </a:xfrm>
            <a:prstGeom prst="rect">
              <a:avLst/>
            </a:prstGeom>
            <a:noFill/>
            <a:ln>
              <a:noFill/>
            </a:ln>
          </p:spPr>
          <p:txBody>
            <a:bodyPr spcFirstLastPara="1" wrap="square" lIns="50800" tIns="50800" rIns="50800" bIns="50800" anchor="ctr" anchorCtr="0">
              <a:noAutofit/>
            </a:bodyPr>
            <a:lstStyle/>
            <a:p>
              <a:pPr marL="0" marR="0" lvl="0" indent="0" algn="ctr" rtl="0">
                <a:lnSpc>
                  <a:spcPct val="140000"/>
                </a:lnSpc>
                <a:spcBef>
                  <a:spcPts val="0"/>
                </a:spcBef>
                <a:spcAft>
                  <a:spcPts val="0"/>
                </a:spcAft>
                <a:buNone/>
              </a:pPr>
              <a:r>
                <a:rPr lang="en-US" sz="1700">
                  <a:solidFill>
                    <a:srgbClr val="191919"/>
                  </a:solidFill>
                  <a:latin typeface="Arial"/>
                  <a:ea typeface="Arial"/>
                  <a:cs typeface="Arial"/>
                  <a:sym typeface="Arial"/>
                </a:rPr>
                <a:t>1</a:t>
              </a:r>
              <a:endParaRPr/>
            </a:p>
          </p:txBody>
        </p:sp>
      </p:grpSp>
      <p:grpSp>
        <p:nvGrpSpPr>
          <p:cNvPr id="428" name="Google Shape;428;p23"/>
          <p:cNvGrpSpPr/>
          <p:nvPr/>
        </p:nvGrpSpPr>
        <p:grpSpPr>
          <a:xfrm>
            <a:off x="977741" y="3983373"/>
            <a:ext cx="508158" cy="543805"/>
            <a:chOff x="0" y="0"/>
            <a:chExt cx="812800" cy="869819"/>
          </a:xfrm>
        </p:grpSpPr>
        <p:sp>
          <p:nvSpPr>
            <p:cNvPr id="429" name="Google Shape;429;p23"/>
            <p:cNvSpPr/>
            <p:nvPr/>
          </p:nvSpPr>
          <p:spPr>
            <a:xfrm>
              <a:off x="0" y="0"/>
              <a:ext cx="812800" cy="869819"/>
            </a:xfrm>
            <a:custGeom>
              <a:avLst/>
              <a:gdLst/>
              <a:ahLst/>
              <a:cxnLst/>
              <a:rect l="l" t="t" r="r" b="b"/>
              <a:pathLst>
                <a:path w="812800" h="869819" extrusionOk="0">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cmpd="sng">
              <a:solidFill>
                <a:srgbClr val="FD6220"/>
              </a:solidFill>
              <a:prstDash val="solid"/>
              <a:miter lim="8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0" name="Google Shape;430;p23"/>
            <p:cNvSpPr txBox="1"/>
            <p:nvPr/>
          </p:nvSpPr>
          <p:spPr>
            <a:xfrm>
              <a:off x="76200" y="52970"/>
              <a:ext cx="660400" cy="735303"/>
            </a:xfrm>
            <a:prstGeom prst="rect">
              <a:avLst/>
            </a:prstGeom>
            <a:noFill/>
            <a:ln>
              <a:noFill/>
            </a:ln>
          </p:spPr>
          <p:txBody>
            <a:bodyPr spcFirstLastPara="1" wrap="square" lIns="50800" tIns="50800" rIns="50800" bIns="50800" anchor="ctr" anchorCtr="0">
              <a:noAutofit/>
            </a:bodyPr>
            <a:lstStyle/>
            <a:p>
              <a:pPr marL="0" marR="0" lvl="0" indent="0" algn="ctr" rtl="0">
                <a:lnSpc>
                  <a:spcPct val="140000"/>
                </a:lnSpc>
                <a:spcBef>
                  <a:spcPts val="0"/>
                </a:spcBef>
                <a:spcAft>
                  <a:spcPts val="0"/>
                </a:spcAft>
                <a:buNone/>
              </a:pPr>
              <a:r>
                <a:rPr lang="en-US" sz="1700">
                  <a:solidFill>
                    <a:srgbClr val="191919"/>
                  </a:solidFill>
                  <a:latin typeface="Arial"/>
                  <a:ea typeface="Arial"/>
                  <a:cs typeface="Arial"/>
                  <a:sym typeface="Arial"/>
                </a:rPr>
                <a:t>4</a:t>
              </a:r>
              <a:endParaRPr/>
            </a:p>
          </p:txBody>
        </p:sp>
      </p:grpSp>
      <p:grpSp>
        <p:nvGrpSpPr>
          <p:cNvPr id="431" name="Google Shape;431;p23"/>
          <p:cNvGrpSpPr/>
          <p:nvPr/>
        </p:nvGrpSpPr>
        <p:grpSpPr>
          <a:xfrm>
            <a:off x="977741" y="2648112"/>
            <a:ext cx="508158" cy="543805"/>
            <a:chOff x="0" y="0"/>
            <a:chExt cx="812800" cy="869819"/>
          </a:xfrm>
        </p:grpSpPr>
        <p:sp>
          <p:nvSpPr>
            <p:cNvPr id="432" name="Google Shape;432;p23"/>
            <p:cNvSpPr/>
            <p:nvPr/>
          </p:nvSpPr>
          <p:spPr>
            <a:xfrm>
              <a:off x="0" y="0"/>
              <a:ext cx="812800" cy="869819"/>
            </a:xfrm>
            <a:custGeom>
              <a:avLst/>
              <a:gdLst/>
              <a:ahLst/>
              <a:cxnLst/>
              <a:rect l="l" t="t" r="r" b="b"/>
              <a:pathLst>
                <a:path w="812800" h="869819" extrusionOk="0">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cmpd="sng">
              <a:solidFill>
                <a:srgbClr val="FD6220"/>
              </a:solidFill>
              <a:prstDash val="solid"/>
              <a:miter lim="8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3" name="Google Shape;433;p23"/>
            <p:cNvSpPr txBox="1"/>
            <p:nvPr/>
          </p:nvSpPr>
          <p:spPr>
            <a:xfrm>
              <a:off x="76200" y="52970"/>
              <a:ext cx="660400" cy="735303"/>
            </a:xfrm>
            <a:prstGeom prst="rect">
              <a:avLst/>
            </a:prstGeom>
            <a:noFill/>
            <a:ln>
              <a:noFill/>
            </a:ln>
          </p:spPr>
          <p:txBody>
            <a:bodyPr spcFirstLastPara="1" wrap="square" lIns="50800" tIns="50800" rIns="50800" bIns="50800" anchor="ctr" anchorCtr="0">
              <a:noAutofit/>
            </a:bodyPr>
            <a:lstStyle/>
            <a:p>
              <a:pPr marL="0" marR="0" lvl="0" indent="0" algn="ctr" rtl="0">
                <a:lnSpc>
                  <a:spcPct val="140000"/>
                </a:lnSpc>
                <a:spcBef>
                  <a:spcPts val="0"/>
                </a:spcBef>
                <a:spcAft>
                  <a:spcPts val="0"/>
                </a:spcAft>
                <a:buNone/>
              </a:pPr>
              <a:r>
                <a:rPr lang="en-US" sz="1700">
                  <a:solidFill>
                    <a:srgbClr val="191919"/>
                  </a:solidFill>
                  <a:latin typeface="Arial"/>
                  <a:ea typeface="Arial"/>
                  <a:cs typeface="Arial"/>
                  <a:sym typeface="Arial"/>
                </a:rPr>
                <a:t>2</a:t>
              </a:r>
              <a:endParaRPr/>
            </a:p>
          </p:txBody>
        </p:sp>
      </p:grpSp>
      <p:grpSp>
        <p:nvGrpSpPr>
          <p:cNvPr id="434" name="Google Shape;434;p23"/>
          <p:cNvGrpSpPr/>
          <p:nvPr/>
        </p:nvGrpSpPr>
        <p:grpSpPr>
          <a:xfrm>
            <a:off x="977741" y="5318634"/>
            <a:ext cx="508158" cy="543805"/>
            <a:chOff x="0" y="0"/>
            <a:chExt cx="812800" cy="869819"/>
          </a:xfrm>
        </p:grpSpPr>
        <p:sp>
          <p:nvSpPr>
            <p:cNvPr id="435" name="Google Shape;435;p23"/>
            <p:cNvSpPr/>
            <p:nvPr/>
          </p:nvSpPr>
          <p:spPr>
            <a:xfrm>
              <a:off x="0" y="0"/>
              <a:ext cx="812800" cy="869819"/>
            </a:xfrm>
            <a:custGeom>
              <a:avLst/>
              <a:gdLst/>
              <a:ahLst/>
              <a:cxnLst/>
              <a:rect l="l" t="t" r="r" b="b"/>
              <a:pathLst>
                <a:path w="812800" h="869819" extrusionOk="0">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cmpd="sng">
              <a:solidFill>
                <a:srgbClr val="FD6220"/>
              </a:solidFill>
              <a:prstDash val="solid"/>
              <a:miter lim="8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6" name="Google Shape;436;p23"/>
            <p:cNvSpPr txBox="1"/>
            <p:nvPr/>
          </p:nvSpPr>
          <p:spPr>
            <a:xfrm>
              <a:off x="76200" y="52970"/>
              <a:ext cx="660400" cy="735303"/>
            </a:xfrm>
            <a:prstGeom prst="rect">
              <a:avLst/>
            </a:prstGeom>
            <a:noFill/>
            <a:ln>
              <a:noFill/>
            </a:ln>
          </p:spPr>
          <p:txBody>
            <a:bodyPr spcFirstLastPara="1" wrap="square" lIns="50800" tIns="50800" rIns="50800" bIns="50800" anchor="ctr" anchorCtr="0">
              <a:noAutofit/>
            </a:bodyPr>
            <a:lstStyle/>
            <a:p>
              <a:pPr marL="0" marR="0" lvl="0" indent="0" algn="ctr" rtl="0">
                <a:lnSpc>
                  <a:spcPct val="140000"/>
                </a:lnSpc>
                <a:spcBef>
                  <a:spcPts val="0"/>
                </a:spcBef>
                <a:spcAft>
                  <a:spcPts val="0"/>
                </a:spcAft>
                <a:buNone/>
              </a:pPr>
              <a:r>
                <a:rPr lang="en-US" sz="1700">
                  <a:solidFill>
                    <a:srgbClr val="191919"/>
                  </a:solidFill>
                  <a:latin typeface="Arial"/>
                  <a:ea typeface="Arial"/>
                  <a:cs typeface="Arial"/>
                  <a:sym typeface="Arial"/>
                </a:rPr>
                <a:t>6</a:t>
              </a:r>
              <a:endParaRPr/>
            </a:p>
          </p:txBody>
        </p:sp>
      </p:grpSp>
      <p:grpSp>
        <p:nvGrpSpPr>
          <p:cNvPr id="437" name="Google Shape;437;p23"/>
          <p:cNvGrpSpPr/>
          <p:nvPr/>
        </p:nvGrpSpPr>
        <p:grpSpPr>
          <a:xfrm>
            <a:off x="977741" y="4651003"/>
            <a:ext cx="508158" cy="543805"/>
            <a:chOff x="0" y="0"/>
            <a:chExt cx="812800" cy="869819"/>
          </a:xfrm>
        </p:grpSpPr>
        <p:sp>
          <p:nvSpPr>
            <p:cNvPr id="438" name="Google Shape;438;p23"/>
            <p:cNvSpPr/>
            <p:nvPr/>
          </p:nvSpPr>
          <p:spPr>
            <a:xfrm>
              <a:off x="0" y="0"/>
              <a:ext cx="812800" cy="869819"/>
            </a:xfrm>
            <a:custGeom>
              <a:avLst/>
              <a:gdLst/>
              <a:ahLst/>
              <a:cxnLst/>
              <a:rect l="l" t="t" r="r" b="b"/>
              <a:pathLst>
                <a:path w="812800" h="869819" extrusionOk="0">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cmpd="sng">
              <a:solidFill>
                <a:srgbClr val="FD6220"/>
              </a:solidFill>
              <a:prstDash val="solid"/>
              <a:miter lim="8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9" name="Google Shape;439;p23"/>
            <p:cNvSpPr txBox="1"/>
            <p:nvPr/>
          </p:nvSpPr>
          <p:spPr>
            <a:xfrm>
              <a:off x="76200" y="52970"/>
              <a:ext cx="660400" cy="735303"/>
            </a:xfrm>
            <a:prstGeom prst="rect">
              <a:avLst/>
            </a:prstGeom>
            <a:noFill/>
            <a:ln>
              <a:noFill/>
            </a:ln>
          </p:spPr>
          <p:txBody>
            <a:bodyPr spcFirstLastPara="1" wrap="square" lIns="50800" tIns="50800" rIns="50800" bIns="50800" anchor="ctr" anchorCtr="0">
              <a:noAutofit/>
            </a:bodyPr>
            <a:lstStyle/>
            <a:p>
              <a:pPr marL="0" marR="0" lvl="0" indent="0" algn="ctr" rtl="0">
                <a:lnSpc>
                  <a:spcPct val="140000"/>
                </a:lnSpc>
                <a:spcBef>
                  <a:spcPts val="0"/>
                </a:spcBef>
                <a:spcAft>
                  <a:spcPts val="0"/>
                </a:spcAft>
                <a:buNone/>
              </a:pPr>
              <a:r>
                <a:rPr lang="en-US" sz="1700">
                  <a:solidFill>
                    <a:srgbClr val="191919"/>
                  </a:solidFill>
                  <a:latin typeface="Arial"/>
                  <a:ea typeface="Arial"/>
                  <a:cs typeface="Arial"/>
                  <a:sym typeface="Arial"/>
                </a:rPr>
                <a:t>5</a:t>
              </a:r>
              <a:endParaRPr/>
            </a:p>
          </p:txBody>
        </p:sp>
      </p:grpSp>
      <p:grpSp>
        <p:nvGrpSpPr>
          <p:cNvPr id="440" name="Google Shape;440;p23"/>
          <p:cNvGrpSpPr/>
          <p:nvPr/>
        </p:nvGrpSpPr>
        <p:grpSpPr>
          <a:xfrm>
            <a:off x="977741" y="5986264"/>
            <a:ext cx="508158" cy="543805"/>
            <a:chOff x="0" y="0"/>
            <a:chExt cx="812800" cy="869819"/>
          </a:xfrm>
        </p:grpSpPr>
        <p:sp>
          <p:nvSpPr>
            <p:cNvPr id="441" name="Google Shape;441;p23"/>
            <p:cNvSpPr/>
            <p:nvPr/>
          </p:nvSpPr>
          <p:spPr>
            <a:xfrm>
              <a:off x="0" y="0"/>
              <a:ext cx="812800" cy="869819"/>
            </a:xfrm>
            <a:custGeom>
              <a:avLst/>
              <a:gdLst/>
              <a:ahLst/>
              <a:cxnLst/>
              <a:rect l="l" t="t" r="r" b="b"/>
              <a:pathLst>
                <a:path w="812800" h="869819" extrusionOk="0">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cmpd="sng">
              <a:solidFill>
                <a:srgbClr val="FD6220"/>
              </a:solidFill>
              <a:prstDash val="solid"/>
              <a:miter lim="8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2" name="Google Shape;442;p23"/>
            <p:cNvSpPr txBox="1"/>
            <p:nvPr/>
          </p:nvSpPr>
          <p:spPr>
            <a:xfrm>
              <a:off x="76200" y="52970"/>
              <a:ext cx="660400" cy="735303"/>
            </a:xfrm>
            <a:prstGeom prst="rect">
              <a:avLst/>
            </a:prstGeom>
            <a:noFill/>
            <a:ln>
              <a:noFill/>
            </a:ln>
          </p:spPr>
          <p:txBody>
            <a:bodyPr spcFirstLastPara="1" wrap="square" lIns="50800" tIns="50800" rIns="50800" bIns="50800" anchor="ctr" anchorCtr="0">
              <a:noAutofit/>
            </a:bodyPr>
            <a:lstStyle/>
            <a:p>
              <a:pPr marL="0" marR="0" lvl="0" indent="0" algn="ctr" rtl="0">
                <a:lnSpc>
                  <a:spcPct val="140000"/>
                </a:lnSpc>
                <a:spcBef>
                  <a:spcPts val="0"/>
                </a:spcBef>
                <a:spcAft>
                  <a:spcPts val="0"/>
                </a:spcAft>
                <a:buNone/>
              </a:pPr>
              <a:r>
                <a:rPr lang="en-US" sz="1700">
                  <a:solidFill>
                    <a:srgbClr val="191919"/>
                  </a:solidFill>
                  <a:latin typeface="Arial"/>
                  <a:ea typeface="Arial"/>
                  <a:cs typeface="Arial"/>
                  <a:sym typeface="Arial"/>
                </a:rPr>
                <a:t>7</a:t>
              </a:r>
              <a:endParaRPr/>
            </a:p>
          </p:txBody>
        </p:sp>
      </p:grpSp>
      <p:grpSp>
        <p:nvGrpSpPr>
          <p:cNvPr id="443" name="Google Shape;443;p23"/>
          <p:cNvGrpSpPr/>
          <p:nvPr/>
        </p:nvGrpSpPr>
        <p:grpSpPr>
          <a:xfrm>
            <a:off x="977741" y="7760846"/>
            <a:ext cx="508158" cy="543805"/>
            <a:chOff x="0" y="0"/>
            <a:chExt cx="812800" cy="869819"/>
          </a:xfrm>
        </p:grpSpPr>
        <p:sp>
          <p:nvSpPr>
            <p:cNvPr id="444" name="Google Shape;444;p23"/>
            <p:cNvSpPr/>
            <p:nvPr/>
          </p:nvSpPr>
          <p:spPr>
            <a:xfrm>
              <a:off x="0" y="0"/>
              <a:ext cx="812800" cy="869819"/>
            </a:xfrm>
            <a:custGeom>
              <a:avLst/>
              <a:gdLst/>
              <a:ahLst/>
              <a:cxnLst/>
              <a:rect l="l" t="t" r="r" b="b"/>
              <a:pathLst>
                <a:path w="812800" h="869819" extrusionOk="0">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cmpd="sng">
              <a:solidFill>
                <a:srgbClr val="FD6220"/>
              </a:solidFill>
              <a:prstDash val="solid"/>
              <a:miter lim="8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5" name="Google Shape;445;p23"/>
            <p:cNvSpPr txBox="1"/>
            <p:nvPr/>
          </p:nvSpPr>
          <p:spPr>
            <a:xfrm>
              <a:off x="76200" y="52970"/>
              <a:ext cx="660400" cy="735303"/>
            </a:xfrm>
            <a:prstGeom prst="rect">
              <a:avLst/>
            </a:prstGeom>
            <a:noFill/>
            <a:ln>
              <a:noFill/>
            </a:ln>
          </p:spPr>
          <p:txBody>
            <a:bodyPr spcFirstLastPara="1" wrap="square" lIns="50800" tIns="50800" rIns="50800" bIns="50800" anchor="ctr" anchorCtr="0">
              <a:noAutofit/>
            </a:bodyPr>
            <a:lstStyle/>
            <a:p>
              <a:pPr marL="0" marR="0" lvl="0" indent="0" algn="ctr" rtl="0">
                <a:lnSpc>
                  <a:spcPct val="140000"/>
                </a:lnSpc>
                <a:spcBef>
                  <a:spcPts val="0"/>
                </a:spcBef>
                <a:spcAft>
                  <a:spcPts val="0"/>
                </a:spcAft>
                <a:buNone/>
              </a:pPr>
              <a:r>
                <a:rPr lang="en-US" sz="1700">
                  <a:solidFill>
                    <a:srgbClr val="191919"/>
                  </a:solidFill>
                  <a:latin typeface="Arial"/>
                  <a:ea typeface="Arial"/>
                  <a:cs typeface="Arial"/>
                  <a:sym typeface="Arial"/>
                </a:rPr>
                <a:t>9</a:t>
              </a:r>
              <a:endParaRPr/>
            </a:p>
          </p:txBody>
        </p:sp>
      </p:grpSp>
      <p:sp>
        <p:nvSpPr>
          <p:cNvPr id="446" name="Google Shape;446;p23"/>
          <p:cNvSpPr/>
          <p:nvPr/>
        </p:nvSpPr>
        <p:spPr>
          <a:xfrm>
            <a:off x="16313420" y="1028700"/>
            <a:ext cx="945880" cy="236470"/>
          </a:xfrm>
          <a:custGeom>
            <a:avLst/>
            <a:gdLst/>
            <a:ahLst/>
            <a:cxnLst/>
            <a:rect l="l" t="t" r="r" b="b"/>
            <a:pathLst>
              <a:path w="945880" h="236470" extrusionOk="0">
                <a:moveTo>
                  <a:pt x="0" y="0"/>
                </a:moveTo>
                <a:lnTo>
                  <a:pt x="945880" y="0"/>
                </a:lnTo>
                <a:lnTo>
                  <a:pt x="945880" y="236470"/>
                </a:lnTo>
                <a:lnTo>
                  <a:pt x="0" y="236470"/>
                </a:lnTo>
                <a:lnTo>
                  <a:pt x="0" y="0"/>
                </a:lnTo>
                <a:close/>
              </a:path>
            </a:pathLst>
          </a:custGeom>
          <a:noFill/>
          <a:ln>
            <a:noFill/>
          </a:ln>
        </p:spPr>
      </p:sp>
      <p:grpSp>
        <p:nvGrpSpPr>
          <p:cNvPr id="447" name="Google Shape;447;p23"/>
          <p:cNvGrpSpPr/>
          <p:nvPr/>
        </p:nvGrpSpPr>
        <p:grpSpPr>
          <a:xfrm>
            <a:off x="17170670" y="-178579"/>
            <a:ext cx="10994424" cy="10994424"/>
            <a:chOff x="0" y="0"/>
            <a:chExt cx="812800" cy="812800"/>
          </a:xfrm>
        </p:grpSpPr>
        <p:sp>
          <p:nvSpPr>
            <p:cNvPr id="448" name="Google Shape;448;p23"/>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noFill/>
            <a:ln w="514350" cap="sq" cmpd="sng">
              <a:solidFill>
                <a:srgbClr val="FD6220">
                  <a:alpha val="11764"/>
                </a:srgbClr>
              </a:solidFill>
              <a:prstDash val="solid"/>
              <a:miter lim="8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9" name="Google Shape;449;p23"/>
            <p:cNvSpPr txBox="1"/>
            <p:nvPr/>
          </p:nvSpPr>
          <p:spPr>
            <a:xfrm>
              <a:off x="76200" y="47625"/>
              <a:ext cx="660400" cy="688975"/>
            </a:xfrm>
            <a:prstGeom prst="rect">
              <a:avLst/>
            </a:prstGeom>
            <a:noFill/>
            <a:ln>
              <a:noFill/>
            </a:ln>
          </p:spPr>
          <p:txBody>
            <a:bodyPr spcFirstLastPara="1" wrap="square" lIns="50800" tIns="50800" rIns="50800" bIns="50800" anchor="ctr" anchorCtr="0">
              <a:noAutofit/>
            </a:bodyPr>
            <a:lstStyle/>
            <a:p>
              <a:pPr marL="0" marR="0" lvl="0" indent="0" algn="ctr" rtl="0">
                <a:lnSpc>
                  <a:spcPct val="147722"/>
                </a:lnSpc>
                <a:spcBef>
                  <a:spcPts val="0"/>
                </a:spcBef>
                <a:spcAft>
                  <a:spcPts val="0"/>
                </a:spcAft>
                <a:buNone/>
              </a:pPr>
              <a:endParaRPr sz="1800">
                <a:solidFill>
                  <a:schemeClr val="dk1"/>
                </a:solidFill>
                <a:latin typeface="Calibri"/>
                <a:ea typeface="Calibri"/>
                <a:cs typeface="Calibri"/>
                <a:sym typeface="Calibri"/>
              </a:endParaRPr>
            </a:p>
          </p:txBody>
        </p:sp>
      </p:grpSp>
      <p:sp>
        <p:nvSpPr>
          <p:cNvPr id="450" name="Google Shape;450;p23"/>
          <p:cNvSpPr txBox="1"/>
          <p:nvPr/>
        </p:nvSpPr>
        <p:spPr>
          <a:xfrm>
            <a:off x="152400" y="342900"/>
            <a:ext cx="17907000" cy="830997"/>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4800" b="1">
                <a:solidFill>
                  <a:srgbClr val="0033CC"/>
                </a:solidFill>
                <a:latin typeface="Times New Roman"/>
                <a:ea typeface="Times New Roman"/>
                <a:cs typeface="Times New Roman"/>
                <a:sym typeface="Times New Roman"/>
              </a:rPr>
              <a:t>IMPLEMENTATION SCREENSHOTS</a:t>
            </a:r>
            <a:endParaRPr sz="4800" b="1">
              <a:solidFill>
                <a:srgbClr val="0033CC"/>
              </a:solidFill>
              <a:latin typeface="Times New Roman"/>
              <a:ea typeface="Times New Roman"/>
              <a:cs typeface="Times New Roman"/>
              <a:sym typeface="Times New Roman"/>
            </a:endParaRPr>
          </a:p>
        </p:txBody>
      </p:sp>
      <p:pic>
        <p:nvPicPr>
          <p:cNvPr id="3" name="Picture 2">
            <a:extLst>
              <a:ext uri="{FF2B5EF4-FFF2-40B4-BE49-F238E27FC236}">
                <a16:creationId xmlns:a16="http://schemas.microsoft.com/office/drawing/2014/main" id="{F8804D3A-172B-7154-60F5-3529FBDC3A94}"/>
              </a:ext>
            </a:extLst>
          </p:cNvPr>
          <p:cNvPicPr>
            <a:picLocks noChangeAspect="1"/>
          </p:cNvPicPr>
          <p:nvPr/>
        </p:nvPicPr>
        <p:blipFill>
          <a:blip r:embed="rId3"/>
          <a:stretch>
            <a:fillRect/>
          </a:stretch>
        </p:blipFill>
        <p:spPr>
          <a:xfrm>
            <a:off x="1929656" y="1904956"/>
            <a:ext cx="7240152" cy="3463522"/>
          </a:xfrm>
          <a:prstGeom prst="rect">
            <a:avLst/>
          </a:prstGeom>
        </p:spPr>
      </p:pic>
      <p:pic>
        <p:nvPicPr>
          <p:cNvPr id="5" name="Picture 4">
            <a:extLst>
              <a:ext uri="{FF2B5EF4-FFF2-40B4-BE49-F238E27FC236}">
                <a16:creationId xmlns:a16="http://schemas.microsoft.com/office/drawing/2014/main" id="{396E98EE-8D72-9553-431C-42D67FBCCA27}"/>
              </a:ext>
            </a:extLst>
          </p:cNvPr>
          <p:cNvPicPr>
            <a:picLocks noChangeAspect="1"/>
          </p:cNvPicPr>
          <p:nvPr/>
        </p:nvPicPr>
        <p:blipFill>
          <a:blip r:embed="rId4"/>
          <a:stretch>
            <a:fillRect/>
          </a:stretch>
        </p:blipFill>
        <p:spPr>
          <a:xfrm>
            <a:off x="1929656" y="5590536"/>
            <a:ext cx="7245084" cy="3463523"/>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Shape 455"/>
        <p:cNvGrpSpPr/>
        <p:nvPr/>
      </p:nvGrpSpPr>
      <p:grpSpPr>
        <a:xfrm>
          <a:off x="0" y="0"/>
          <a:ext cx="0" cy="0"/>
          <a:chOff x="0" y="0"/>
          <a:chExt cx="0" cy="0"/>
        </a:xfrm>
      </p:grpSpPr>
      <p:grpSp>
        <p:nvGrpSpPr>
          <p:cNvPr id="456" name="Google Shape;456;p24"/>
          <p:cNvGrpSpPr/>
          <p:nvPr/>
        </p:nvGrpSpPr>
        <p:grpSpPr>
          <a:xfrm>
            <a:off x="735588" y="6653894"/>
            <a:ext cx="992463" cy="992463"/>
            <a:chOff x="0" y="0"/>
            <a:chExt cx="812800" cy="812800"/>
          </a:xfrm>
        </p:grpSpPr>
        <p:sp>
          <p:nvSpPr>
            <p:cNvPr id="457" name="Google Shape;457;p24"/>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8" name="Google Shape;458;p24"/>
            <p:cNvSpPr txBox="1"/>
            <p:nvPr/>
          </p:nvSpPr>
          <p:spPr>
            <a:xfrm>
              <a:off x="76200" y="19050"/>
              <a:ext cx="660400" cy="717550"/>
            </a:xfrm>
            <a:prstGeom prst="rect">
              <a:avLst/>
            </a:prstGeom>
            <a:noFill/>
            <a:ln>
              <a:noFill/>
            </a:ln>
          </p:spPr>
          <p:txBody>
            <a:bodyPr spcFirstLastPara="1" wrap="square" lIns="50800" tIns="50800" rIns="50800" bIns="50800" anchor="ctr" anchorCtr="0">
              <a:noAutofit/>
            </a:bodyPr>
            <a:lstStyle/>
            <a:p>
              <a:pPr marL="0" marR="0" lvl="0" indent="0" algn="ctr" rtl="0">
                <a:lnSpc>
                  <a:spcPct val="157458"/>
                </a:lnSpc>
                <a:spcBef>
                  <a:spcPts val="0"/>
                </a:spcBef>
                <a:spcAft>
                  <a:spcPts val="0"/>
                </a:spcAft>
                <a:buNone/>
              </a:pPr>
              <a:r>
                <a:rPr lang="en-US" sz="2400" b="1">
                  <a:solidFill>
                    <a:srgbClr val="002060"/>
                  </a:solidFill>
                  <a:latin typeface="Arial"/>
                  <a:ea typeface="Arial"/>
                  <a:cs typeface="Arial"/>
                  <a:sym typeface="Arial"/>
                </a:rPr>
                <a:t>8(B)</a:t>
              </a:r>
              <a:endParaRPr/>
            </a:p>
          </p:txBody>
        </p:sp>
      </p:grpSp>
      <p:grpSp>
        <p:nvGrpSpPr>
          <p:cNvPr id="459" name="Google Shape;459;p24"/>
          <p:cNvGrpSpPr/>
          <p:nvPr/>
        </p:nvGrpSpPr>
        <p:grpSpPr>
          <a:xfrm>
            <a:off x="977741" y="3315742"/>
            <a:ext cx="508158" cy="543805"/>
            <a:chOff x="0" y="0"/>
            <a:chExt cx="812800" cy="869819"/>
          </a:xfrm>
        </p:grpSpPr>
        <p:sp>
          <p:nvSpPr>
            <p:cNvPr id="460" name="Google Shape;460;p24"/>
            <p:cNvSpPr/>
            <p:nvPr/>
          </p:nvSpPr>
          <p:spPr>
            <a:xfrm>
              <a:off x="0" y="0"/>
              <a:ext cx="812800" cy="869819"/>
            </a:xfrm>
            <a:custGeom>
              <a:avLst/>
              <a:gdLst/>
              <a:ahLst/>
              <a:cxnLst/>
              <a:rect l="l" t="t" r="r" b="b"/>
              <a:pathLst>
                <a:path w="812800" h="869819" extrusionOk="0">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cmpd="sng">
              <a:solidFill>
                <a:srgbClr val="FD6220"/>
              </a:solidFill>
              <a:prstDash val="solid"/>
              <a:miter lim="8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1" name="Google Shape;461;p24"/>
            <p:cNvSpPr txBox="1"/>
            <p:nvPr/>
          </p:nvSpPr>
          <p:spPr>
            <a:xfrm>
              <a:off x="76200" y="52970"/>
              <a:ext cx="660400" cy="735303"/>
            </a:xfrm>
            <a:prstGeom prst="rect">
              <a:avLst/>
            </a:prstGeom>
            <a:noFill/>
            <a:ln>
              <a:noFill/>
            </a:ln>
          </p:spPr>
          <p:txBody>
            <a:bodyPr spcFirstLastPara="1" wrap="square" lIns="50800" tIns="50800" rIns="50800" bIns="50800" anchor="ctr" anchorCtr="0">
              <a:noAutofit/>
            </a:bodyPr>
            <a:lstStyle/>
            <a:p>
              <a:pPr marL="0" marR="0" lvl="0" indent="0" algn="ctr" rtl="0">
                <a:lnSpc>
                  <a:spcPct val="140000"/>
                </a:lnSpc>
                <a:spcBef>
                  <a:spcPts val="0"/>
                </a:spcBef>
                <a:spcAft>
                  <a:spcPts val="0"/>
                </a:spcAft>
                <a:buNone/>
              </a:pPr>
              <a:r>
                <a:rPr lang="en-US" sz="1700">
                  <a:solidFill>
                    <a:srgbClr val="191919"/>
                  </a:solidFill>
                  <a:latin typeface="Arial"/>
                  <a:ea typeface="Arial"/>
                  <a:cs typeface="Arial"/>
                  <a:sym typeface="Arial"/>
                </a:rPr>
                <a:t>3</a:t>
              </a:r>
              <a:endParaRPr/>
            </a:p>
          </p:txBody>
        </p:sp>
      </p:grpSp>
      <p:grpSp>
        <p:nvGrpSpPr>
          <p:cNvPr id="462" name="Google Shape;462;p24"/>
          <p:cNvGrpSpPr/>
          <p:nvPr/>
        </p:nvGrpSpPr>
        <p:grpSpPr>
          <a:xfrm>
            <a:off x="977741" y="1982349"/>
            <a:ext cx="508158" cy="543805"/>
            <a:chOff x="0" y="0"/>
            <a:chExt cx="812800" cy="869819"/>
          </a:xfrm>
        </p:grpSpPr>
        <p:sp>
          <p:nvSpPr>
            <p:cNvPr id="463" name="Google Shape;463;p24"/>
            <p:cNvSpPr/>
            <p:nvPr/>
          </p:nvSpPr>
          <p:spPr>
            <a:xfrm>
              <a:off x="0" y="0"/>
              <a:ext cx="812800" cy="869819"/>
            </a:xfrm>
            <a:custGeom>
              <a:avLst/>
              <a:gdLst/>
              <a:ahLst/>
              <a:cxnLst/>
              <a:rect l="l" t="t" r="r" b="b"/>
              <a:pathLst>
                <a:path w="812800" h="869819" extrusionOk="0">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cmpd="sng">
              <a:solidFill>
                <a:srgbClr val="FD6220"/>
              </a:solidFill>
              <a:prstDash val="solid"/>
              <a:miter lim="8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4" name="Google Shape;464;p24"/>
            <p:cNvSpPr txBox="1"/>
            <p:nvPr/>
          </p:nvSpPr>
          <p:spPr>
            <a:xfrm>
              <a:off x="76200" y="52970"/>
              <a:ext cx="660400" cy="735303"/>
            </a:xfrm>
            <a:prstGeom prst="rect">
              <a:avLst/>
            </a:prstGeom>
            <a:noFill/>
            <a:ln>
              <a:noFill/>
            </a:ln>
          </p:spPr>
          <p:txBody>
            <a:bodyPr spcFirstLastPara="1" wrap="square" lIns="50800" tIns="50800" rIns="50800" bIns="50800" anchor="ctr" anchorCtr="0">
              <a:noAutofit/>
            </a:bodyPr>
            <a:lstStyle/>
            <a:p>
              <a:pPr marL="0" marR="0" lvl="0" indent="0" algn="ctr" rtl="0">
                <a:lnSpc>
                  <a:spcPct val="140000"/>
                </a:lnSpc>
                <a:spcBef>
                  <a:spcPts val="0"/>
                </a:spcBef>
                <a:spcAft>
                  <a:spcPts val="0"/>
                </a:spcAft>
                <a:buNone/>
              </a:pPr>
              <a:r>
                <a:rPr lang="en-US" sz="1700">
                  <a:solidFill>
                    <a:srgbClr val="191919"/>
                  </a:solidFill>
                  <a:latin typeface="Arial"/>
                  <a:ea typeface="Arial"/>
                  <a:cs typeface="Arial"/>
                  <a:sym typeface="Arial"/>
                </a:rPr>
                <a:t>1</a:t>
              </a:r>
              <a:endParaRPr/>
            </a:p>
          </p:txBody>
        </p:sp>
      </p:grpSp>
      <p:grpSp>
        <p:nvGrpSpPr>
          <p:cNvPr id="465" name="Google Shape;465;p24"/>
          <p:cNvGrpSpPr/>
          <p:nvPr/>
        </p:nvGrpSpPr>
        <p:grpSpPr>
          <a:xfrm>
            <a:off x="977741" y="3983373"/>
            <a:ext cx="508158" cy="543805"/>
            <a:chOff x="0" y="0"/>
            <a:chExt cx="812800" cy="869819"/>
          </a:xfrm>
        </p:grpSpPr>
        <p:sp>
          <p:nvSpPr>
            <p:cNvPr id="466" name="Google Shape;466;p24"/>
            <p:cNvSpPr/>
            <p:nvPr/>
          </p:nvSpPr>
          <p:spPr>
            <a:xfrm>
              <a:off x="0" y="0"/>
              <a:ext cx="812800" cy="869819"/>
            </a:xfrm>
            <a:custGeom>
              <a:avLst/>
              <a:gdLst/>
              <a:ahLst/>
              <a:cxnLst/>
              <a:rect l="l" t="t" r="r" b="b"/>
              <a:pathLst>
                <a:path w="812800" h="869819" extrusionOk="0">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cmpd="sng">
              <a:solidFill>
                <a:srgbClr val="FD6220"/>
              </a:solidFill>
              <a:prstDash val="solid"/>
              <a:miter lim="8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7" name="Google Shape;467;p24"/>
            <p:cNvSpPr txBox="1"/>
            <p:nvPr/>
          </p:nvSpPr>
          <p:spPr>
            <a:xfrm>
              <a:off x="76200" y="52970"/>
              <a:ext cx="660400" cy="735303"/>
            </a:xfrm>
            <a:prstGeom prst="rect">
              <a:avLst/>
            </a:prstGeom>
            <a:noFill/>
            <a:ln>
              <a:noFill/>
            </a:ln>
          </p:spPr>
          <p:txBody>
            <a:bodyPr spcFirstLastPara="1" wrap="square" lIns="50800" tIns="50800" rIns="50800" bIns="50800" anchor="ctr" anchorCtr="0">
              <a:noAutofit/>
            </a:bodyPr>
            <a:lstStyle/>
            <a:p>
              <a:pPr marL="0" marR="0" lvl="0" indent="0" algn="ctr" rtl="0">
                <a:lnSpc>
                  <a:spcPct val="140000"/>
                </a:lnSpc>
                <a:spcBef>
                  <a:spcPts val="0"/>
                </a:spcBef>
                <a:spcAft>
                  <a:spcPts val="0"/>
                </a:spcAft>
                <a:buNone/>
              </a:pPr>
              <a:r>
                <a:rPr lang="en-US" sz="1700">
                  <a:solidFill>
                    <a:srgbClr val="191919"/>
                  </a:solidFill>
                  <a:latin typeface="Arial"/>
                  <a:ea typeface="Arial"/>
                  <a:cs typeface="Arial"/>
                  <a:sym typeface="Arial"/>
                </a:rPr>
                <a:t>4</a:t>
              </a:r>
              <a:endParaRPr/>
            </a:p>
          </p:txBody>
        </p:sp>
      </p:grpSp>
      <p:grpSp>
        <p:nvGrpSpPr>
          <p:cNvPr id="468" name="Google Shape;468;p24"/>
          <p:cNvGrpSpPr/>
          <p:nvPr/>
        </p:nvGrpSpPr>
        <p:grpSpPr>
          <a:xfrm>
            <a:off x="977741" y="2648112"/>
            <a:ext cx="508158" cy="543805"/>
            <a:chOff x="0" y="0"/>
            <a:chExt cx="812800" cy="869819"/>
          </a:xfrm>
        </p:grpSpPr>
        <p:sp>
          <p:nvSpPr>
            <p:cNvPr id="469" name="Google Shape;469;p24"/>
            <p:cNvSpPr/>
            <p:nvPr/>
          </p:nvSpPr>
          <p:spPr>
            <a:xfrm>
              <a:off x="0" y="0"/>
              <a:ext cx="812800" cy="869819"/>
            </a:xfrm>
            <a:custGeom>
              <a:avLst/>
              <a:gdLst/>
              <a:ahLst/>
              <a:cxnLst/>
              <a:rect l="l" t="t" r="r" b="b"/>
              <a:pathLst>
                <a:path w="812800" h="869819" extrusionOk="0">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cmpd="sng">
              <a:solidFill>
                <a:srgbClr val="FD6220"/>
              </a:solidFill>
              <a:prstDash val="solid"/>
              <a:miter lim="8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0" name="Google Shape;470;p24"/>
            <p:cNvSpPr txBox="1"/>
            <p:nvPr/>
          </p:nvSpPr>
          <p:spPr>
            <a:xfrm>
              <a:off x="76200" y="52970"/>
              <a:ext cx="660400" cy="735303"/>
            </a:xfrm>
            <a:prstGeom prst="rect">
              <a:avLst/>
            </a:prstGeom>
            <a:noFill/>
            <a:ln>
              <a:noFill/>
            </a:ln>
          </p:spPr>
          <p:txBody>
            <a:bodyPr spcFirstLastPara="1" wrap="square" lIns="50800" tIns="50800" rIns="50800" bIns="50800" anchor="ctr" anchorCtr="0">
              <a:noAutofit/>
            </a:bodyPr>
            <a:lstStyle/>
            <a:p>
              <a:pPr marL="0" marR="0" lvl="0" indent="0" algn="ctr" rtl="0">
                <a:lnSpc>
                  <a:spcPct val="140000"/>
                </a:lnSpc>
                <a:spcBef>
                  <a:spcPts val="0"/>
                </a:spcBef>
                <a:spcAft>
                  <a:spcPts val="0"/>
                </a:spcAft>
                <a:buNone/>
              </a:pPr>
              <a:r>
                <a:rPr lang="en-US" sz="1700">
                  <a:solidFill>
                    <a:srgbClr val="191919"/>
                  </a:solidFill>
                  <a:latin typeface="Arial"/>
                  <a:ea typeface="Arial"/>
                  <a:cs typeface="Arial"/>
                  <a:sym typeface="Arial"/>
                </a:rPr>
                <a:t>2</a:t>
              </a:r>
              <a:endParaRPr/>
            </a:p>
          </p:txBody>
        </p:sp>
      </p:grpSp>
      <p:grpSp>
        <p:nvGrpSpPr>
          <p:cNvPr id="471" name="Google Shape;471;p24"/>
          <p:cNvGrpSpPr/>
          <p:nvPr/>
        </p:nvGrpSpPr>
        <p:grpSpPr>
          <a:xfrm>
            <a:off x="977741" y="5318634"/>
            <a:ext cx="508158" cy="543805"/>
            <a:chOff x="0" y="0"/>
            <a:chExt cx="812800" cy="869819"/>
          </a:xfrm>
        </p:grpSpPr>
        <p:sp>
          <p:nvSpPr>
            <p:cNvPr id="472" name="Google Shape;472;p24"/>
            <p:cNvSpPr/>
            <p:nvPr/>
          </p:nvSpPr>
          <p:spPr>
            <a:xfrm>
              <a:off x="0" y="0"/>
              <a:ext cx="812800" cy="869819"/>
            </a:xfrm>
            <a:custGeom>
              <a:avLst/>
              <a:gdLst/>
              <a:ahLst/>
              <a:cxnLst/>
              <a:rect l="l" t="t" r="r" b="b"/>
              <a:pathLst>
                <a:path w="812800" h="869819" extrusionOk="0">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cmpd="sng">
              <a:solidFill>
                <a:srgbClr val="FD6220"/>
              </a:solidFill>
              <a:prstDash val="solid"/>
              <a:miter lim="8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3" name="Google Shape;473;p24"/>
            <p:cNvSpPr txBox="1"/>
            <p:nvPr/>
          </p:nvSpPr>
          <p:spPr>
            <a:xfrm>
              <a:off x="76200" y="52970"/>
              <a:ext cx="660400" cy="735303"/>
            </a:xfrm>
            <a:prstGeom prst="rect">
              <a:avLst/>
            </a:prstGeom>
            <a:noFill/>
            <a:ln>
              <a:noFill/>
            </a:ln>
          </p:spPr>
          <p:txBody>
            <a:bodyPr spcFirstLastPara="1" wrap="square" lIns="50800" tIns="50800" rIns="50800" bIns="50800" anchor="ctr" anchorCtr="0">
              <a:noAutofit/>
            </a:bodyPr>
            <a:lstStyle/>
            <a:p>
              <a:pPr marL="0" marR="0" lvl="0" indent="0" algn="ctr" rtl="0">
                <a:lnSpc>
                  <a:spcPct val="140000"/>
                </a:lnSpc>
                <a:spcBef>
                  <a:spcPts val="0"/>
                </a:spcBef>
                <a:spcAft>
                  <a:spcPts val="0"/>
                </a:spcAft>
                <a:buNone/>
              </a:pPr>
              <a:r>
                <a:rPr lang="en-US" sz="1700">
                  <a:solidFill>
                    <a:srgbClr val="191919"/>
                  </a:solidFill>
                  <a:latin typeface="Arial"/>
                  <a:ea typeface="Arial"/>
                  <a:cs typeface="Arial"/>
                  <a:sym typeface="Arial"/>
                </a:rPr>
                <a:t>6</a:t>
              </a:r>
              <a:endParaRPr/>
            </a:p>
          </p:txBody>
        </p:sp>
      </p:grpSp>
      <p:grpSp>
        <p:nvGrpSpPr>
          <p:cNvPr id="474" name="Google Shape;474;p24"/>
          <p:cNvGrpSpPr/>
          <p:nvPr/>
        </p:nvGrpSpPr>
        <p:grpSpPr>
          <a:xfrm>
            <a:off x="977741" y="4651003"/>
            <a:ext cx="508158" cy="543805"/>
            <a:chOff x="0" y="0"/>
            <a:chExt cx="812800" cy="869819"/>
          </a:xfrm>
        </p:grpSpPr>
        <p:sp>
          <p:nvSpPr>
            <p:cNvPr id="475" name="Google Shape;475;p24"/>
            <p:cNvSpPr/>
            <p:nvPr/>
          </p:nvSpPr>
          <p:spPr>
            <a:xfrm>
              <a:off x="0" y="0"/>
              <a:ext cx="812800" cy="869819"/>
            </a:xfrm>
            <a:custGeom>
              <a:avLst/>
              <a:gdLst/>
              <a:ahLst/>
              <a:cxnLst/>
              <a:rect l="l" t="t" r="r" b="b"/>
              <a:pathLst>
                <a:path w="812800" h="869819" extrusionOk="0">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cmpd="sng">
              <a:solidFill>
                <a:srgbClr val="FD6220"/>
              </a:solidFill>
              <a:prstDash val="solid"/>
              <a:miter lim="8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6" name="Google Shape;476;p24"/>
            <p:cNvSpPr txBox="1"/>
            <p:nvPr/>
          </p:nvSpPr>
          <p:spPr>
            <a:xfrm>
              <a:off x="76200" y="52970"/>
              <a:ext cx="660400" cy="735303"/>
            </a:xfrm>
            <a:prstGeom prst="rect">
              <a:avLst/>
            </a:prstGeom>
            <a:noFill/>
            <a:ln>
              <a:noFill/>
            </a:ln>
          </p:spPr>
          <p:txBody>
            <a:bodyPr spcFirstLastPara="1" wrap="square" lIns="50800" tIns="50800" rIns="50800" bIns="50800" anchor="ctr" anchorCtr="0">
              <a:noAutofit/>
            </a:bodyPr>
            <a:lstStyle/>
            <a:p>
              <a:pPr marL="0" marR="0" lvl="0" indent="0" algn="ctr" rtl="0">
                <a:lnSpc>
                  <a:spcPct val="140000"/>
                </a:lnSpc>
                <a:spcBef>
                  <a:spcPts val="0"/>
                </a:spcBef>
                <a:spcAft>
                  <a:spcPts val="0"/>
                </a:spcAft>
                <a:buNone/>
              </a:pPr>
              <a:r>
                <a:rPr lang="en-US" sz="1700">
                  <a:solidFill>
                    <a:srgbClr val="191919"/>
                  </a:solidFill>
                  <a:latin typeface="Arial"/>
                  <a:ea typeface="Arial"/>
                  <a:cs typeface="Arial"/>
                  <a:sym typeface="Arial"/>
                </a:rPr>
                <a:t>5</a:t>
              </a:r>
              <a:endParaRPr/>
            </a:p>
          </p:txBody>
        </p:sp>
      </p:grpSp>
      <p:grpSp>
        <p:nvGrpSpPr>
          <p:cNvPr id="477" name="Google Shape;477;p24"/>
          <p:cNvGrpSpPr/>
          <p:nvPr/>
        </p:nvGrpSpPr>
        <p:grpSpPr>
          <a:xfrm>
            <a:off x="977741" y="5986264"/>
            <a:ext cx="508158" cy="543805"/>
            <a:chOff x="0" y="0"/>
            <a:chExt cx="812800" cy="869819"/>
          </a:xfrm>
        </p:grpSpPr>
        <p:sp>
          <p:nvSpPr>
            <p:cNvPr id="478" name="Google Shape;478;p24"/>
            <p:cNvSpPr/>
            <p:nvPr/>
          </p:nvSpPr>
          <p:spPr>
            <a:xfrm>
              <a:off x="0" y="0"/>
              <a:ext cx="812800" cy="869819"/>
            </a:xfrm>
            <a:custGeom>
              <a:avLst/>
              <a:gdLst/>
              <a:ahLst/>
              <a:cxnLst/>
              <a:rect l="l" t="t" r="r" b="b"/>
              <a:pathLst>
                <a:path w="812800" h="869819" extrusionOk="0">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cmpd="sng">
              <a:solidFill>
                <a:srgbClr val="FD6220"/>
              </a:solidFill>
              <a:prstDash val="solid"/>
              <a:miter lim="8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9" name="Google Shape;479;p24"/>
            <p:cNvSpPr txBox="1"/>
            <p:nvPr/>
          </p:nvSpPr>
          <p:spPr>
            <a:xfrm>
              <a:off x="76200" y="52970"/>
              <a:ext cx="660400" cy="735303"/>
            </a:xfrm>
            <a:prstGeom prst="rect">
              <a:avLst/>
            </a:prstGeom>
            <a:noFill/>
            <a:ln>
              <a:noFill/>
            </a:ln>
          </p:spPr>
          <p:txBody>
            <a:bodyPr spcFirstLastPara="1" wrap="square" lIns="50800" tIns="50800" rIns="50800" bIns="50800" anchor="ctr" anchorCtr="0">
              <a:noAutofit/>
            </a:bodyPr>
            <a:lstStyle/>
            <a:p>
              <a:pPr marL="0" marR="0" lvl="0" indent="0" algn="ctr" rtl="0">
                <a:lnSpc>
                  <a:spcPct val="140000"/>
                </a:lnSpc>
                <a:spcBef>
                  <a:spcPts val="0"/>
                </a:spcBef>
                <a:spcAft>
                  <a:spcPts val="0"/>
                </a:spcAft>
                <a:buNone/>
              </a:pPr>
              <a:r>
                <a:rPr lang="en-US" sz="1700">
                  <a:solidFill>
                    <a:srgbClr val="191919"/>
                  </a:solidFill>
                  <a:latin typeface="Arial"/>
                  <a:ea typeface="Arial"/>
                  <a:cs typeface="Arial"/>
                  <a:sym typeface="Arial"/>
                </a:rPr>
                <a:t>7</a:t>
              </a:r>
              <a:endParaRPr/>
            </a:p>
          </p:txBody>
        </p:sp>
      </p:grpSp>
      <p:grpSp>
        <p:nvGrpSpPr>
          <p:cNvPr id="480" name="Google Shape;480;p24"/>
          <p:cNvGrpSpPr/>
          <p:nvPr/>
        </p:nvGrpSpPr>
        <p:grpSpPr>
          <a:xfrm>
            <a:off x="977741" y="7760846"/>
            <a:ext cx="508158" cy="543805"/>
            <a:chOff x="0" y="0"/>
            <a:chExt cx="812800" cy="869819"/>
          </a:xfrm>
        </p:grpSpPr>
        <p:sp>
          <p:nvSpPr>
            <p:cNvPr id="481" name="Google Shape;481;p24"/>
            <p:cNvSpPr/>
            <p:nvPr/>
          </p:nvSpPr>
          <p:spPr>
            <a:xfrm>
              <a:off x="0" y="0"/>
              <a:ext cx="812800" cy="869819"/>
            </a:xfrm>
            <a:custGeom>
              <a:avLst/>
              <a:gdLst/>
              <a:ahLst/>
              <a:cxnLst/>
              <a:rect l="l" t="t" r="r" b="b"/>
              <a:pathLst>
                <a:path w="812800" h="869819" extrusionOk="0">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cmpd="sng">
              <a:solidFill>
                <a:srgbClr val="FD6220"/>
              </a:solidFill>
              <a:prstDash val="solid"/>
              <a:miter lim="8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2" name="Google Shape;482;p24"/>
            <p:cNvSpPr txBox="1"/>
            <p:nvPr/>
          </p:nvSpPr>
          <p:spPr>
            <a:xfrm>
              <a:off x="76200" y="52970"/>
              <a:ext cx="660400" cy="735303"/>
            </a:xfrm>
            <a:prstGeom prst="rect">
              <a:avLst/>
            </a:prstGeom>
            <a:noFill/>
            <a:ln>
              <a:noFill/>
            </a:ln>
          </p:spPr>
          <p:txBody>
            <a:bodyPr spcFirstLastPara="1" wrap="square" lIns="50800" tIns="50800" rIns="50800" bIns="50800" anchor="ctr" anchorCtr="0">
              <a:noAutofit/>
            </a:bodyPr>
            <a:lstStyle/>
            <a:p>
              <a:pPr marL="0" marR="0" lvl="0" indent="0" algn="ctr" rtl="0">
                <a:lnSpc>
                  <a:spcPct val="140000"/>
                </a:lnSpc>
                <a:spcBef>
                  <a:spcPts val="0"/>
                </a:spcBef>
                <a:spcAft>
                  <a:spcPts val="0"/>
                </a:spcAft>
                <a:buNone/>
              </a:pPr>
              <a:r>
                <a:rPr lang="en-US" sz="1700">
                  <a:solidFill>
                    <a:srgbClr val="191919"/>
                  </a:solidFill>
                  <a:latin typeface="Arial"/>
                  <a:ea typeface="Arial"/>
                  <a:cs typeface="Arial"/>
                  <a:sym typeface="Arial"/>
                </a:rPr>
                <a:t>9</a:t>
              </a:r>
              <a:endParaRPr/>
            </a:p>
          </p:txBody>
        </p:sp>
      </p:grpSp>
      <p:sp>
        <p:nvSpPr>
          <p:cNvPr id="483" name="Google Shape;483;p24"/>
          <p:cNvSpPr/>
          <p:nvPr/>
        </p:nvSpPr>
        <p:spPr>
          <a:xfrm>
            <a:off x="16313420" y="1028700"/>
            <a:ext cx="945880" cy="236470"/>
          </a:xfrm>
          <a:custGeom>
            <a:avLst/>
            <a:gdLst/>
            <a:ahLst/>
            <a:cxnLst/>
            <a:rect l="l" t="t" r="r" b="b"/>
            <a:pathLst>
              <a:path w="945880" h="236470" extrusionOk="0">
                <a:moveTo>
                  <a:pt x="0" y="0"/>
                </a:moveTo>
                <a:lnTo>
                  <a:pt x="945880" y="0"/>
                </a:lnTo>
                <a:lnTo>
                  <a:pt x="945880" y="236470"/>
                </a:lnTo>
                <a:lnTo>
                  <a:pt x="0" y="236470"/>
                </a:lnTo>
                <a:lnTo>
                  <a:pt x="0" y="0"/>
                </a:lnTo>
                <a:close/>
              </a:path>
            </a:pathLst>
          </a:custGeom>
          <a:noFill/>
          <a:ln>
            <a:noFill/>
          </a:ln>
        </p:spPr>
      </p:sp>
      <p:grpSp>
        <p:nvGrpSpPr>
          <p:cNvPr id="484" name="Google Shape;484;p24"/>
          <p:cNvGrpSpPr/>
          <p:nvPr/>
        </p:nvGrpSpPr>
        <p:grpSpPr>
          <a:xfrm>
            <a:off x="17170670" y="-178579"/>
            <a:ext cx="10994424" cy="10994424"/>
            <a:chOff x="0" y="0"/>
            <a:chExt cx="812800" cy="812800"/>
          </a:xfrm>
        </p:grpSpPr>
        <p:sp>
          <p:nvSpPr>
            <p:cNvPr id="485" name="Google Shape;485;p24"/>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noFill/>
            <a:ln w="514350" cap="sq" cmpd="sng">
              <a:solidFill>
                <a:srgbClr val="FD6220">
                  <a:alpha val="11764"/>
                </a:srgbClr>
              </a:solidFill>
              <a:prstDash val="solid"/>
              <a:miter lim="8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6" name="Google Shape;486;p24"/>
            <p:cNvSpPr txBox="1"/>
            <p:nvPr/>
          </p:nvSpPr>
          <p:spPr>
            <a:xfrm>
              <a:off x="76200" y="47625"/>
              <a:ext cx="660400" cy="688975"/>
            </a:xfrm>
            <a:prstGeom prst="rect">
              <a:avLst/>
            </a:prstGeom>
            <a:noFill/>
            <a:ln>
              <a:noFill/>
            </a:ln>
          </p:spPr>
          <p:txBody>
            <a:bodyPr spcFirstLastPara="1" wrap="square" lIns="50800" tIns="50800" rIns="50800" bIns="50800" anchor="ctr" anchorCtr="0">
              <a:noAutofit/>
            </a:bodyPr>
            <a:lstStyle/>
            <a:p>
              <a:pPr marL="0" marR="0" lvl="0" indent="0" algn="ctr" rtl="0">
                <a:lnSpc>
                  <a:spcPct val="147722"/>
                </a:lnSpc>
                <a:spcBef>
                  <a:spcPts val="0"/>
                </a:spcBef>
                <a:spcAft>
                  <a:spcPts val="0"/>
                </a:spcAft>
                <a:buNone/>
              </a:pPr>
              <a:endParaRPr sz="1800">
                <a:solidFill>
                  <a:schemeClr val="dk1"/>
                </a:solidFill>
                <a:latin typeface="Calibri"/>
                <a:ea typeface="Calibri"/>
                <a:cs typeface="Calibri"/>
                <a:sym typeface="Calibri"/>
              </a:endParaRPr>
            </a:p>
          </p:txBody>
        </p:sp>
      </p:grpSp>
      <p:sp>
        <p:nvSpPr>
          <p:cNvPr id="487" name="Google Shape;487;p24"/>
          <p:cNvSpPr txBox="1"/>
          <p:nvPr/>
        </p:nvSpPr>
        <p:spPr>
          <a:xfrm>
            <a:off x="152400" y="342900"/>
            <a:ext cx="17907000" cy="830997"/>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4800" b="1">
                <a:solidFill>
                  <a:srgbClr val="0033CC"/>
                </a:solidFill>
                <a:latin typeface="Times New Roman"/>
                <a:ea typeface="Times New Roman"/>
                <a:cs typeface="Times New Roman"/>
                <a:sym typeface="Times New Roman"/>
              </a:rPr>
              <a:t>IMPLEMENTATION SCREENSHOTS</a:t>
            </a:r>
            <a:endParaRPr sz="4800" b="1">
              <a:solidFill>
                <a:srgbClr val="0033CC"/>
              </a:solidFill>
              <a:latin typeface="Times New Roman"/>
              <a:ea typeface="Times New Roman"/>
              <a:cs typeface="Times New Roman"/>
              <a:sym typeface="Times New Roman"/>
            </a:endParaRPr>
          </a:p>
        </p:txBody>
      </p:sp>
      <p:sp>
        <p:nvSpPr>
          <p:cNvPr id="488" name="Google Shape;488;p24"/>
          <p:cNvSpPr txBox="1"/>
          <p:nvPr/>
        </p:nvSpPr>
        <p:spPr>
          <a:xfrm>
            <a:off x="2209800" y="1638300"/>
            <a:ext cx="15082325" cy="4832092"/>
          </a:xfrm>
          <a:prstGeom prst="rect">
            <a:avLst/>
          </a:prstGeom>
          <a:noFill/>
          <a:ln>
            <a:noFill/>
          </a:ln>
        </p:spPr>
        <p:txBody>
          <a:bodyPr spcFirstLastPara="1" wrap="square" lIns="91425" tIns="45700" rIns="91425" bIns="45700" anchor="t" anchorCtr="0">
            <a:spAutoFit/>
          </a:bodyPr>
          <a:lstStyle/>
          <a:p>
            <a:pPr marL="457200" marR="0" lvl="0" indent="-279400" algn="l" rtl="0">
              <a:spcBef>
                <a:spcPts val="0"/>
              </a:spcBef>
              <a:spcAft>
                <a:spcPts val="0"/>
              </a:spcAft>
              <a:buClr>
                <a:schemeClr val="dk1"/>
              </a:buClr>
              <a:buSzPts val="2800"/>
              <a:buFont typeface="Calibri"/>
              <a:buNone/>
            </a:pPr>
            <a:endParaRPr sz="2800">
              <a:solidFill>
                <a:schemeClr val="dk1"/>
              </a:solidFill>
              <a:latin typeface="Calibri"/>
              <a:ea typeface="Calibri"/>
              <a:cs typeface="Calibri"/>
              <a:sym typeface="Calibri"/>
            </a:endParaRPr>
          </a:p>
          <a:p>
            <a:pPr marL="457200" marR="0" lvl="0" indent="-279400" algn="l" rtl="0">
              <a:spcBef>
                <a:spcPts val="0"/>
              </a:spcBef>
              <a:spcAft>
                <a:spcPts val="0"/>
              </a:spcAft>
              <a:buClr>
                <a:schemeClr val="dk1"/>
              </a:buClr>
              <a:buSzPts val="2800"/>
              <a:buFont typeface="Calibri"/>
              <a:buNone/>
            </a:pPr>
            <a:endParaRPr sz="2800">
              <a:solidFill>
                <a:schemeClr val="dk1"/>
              </a:solidFill>
              <a:latin typeface="Calibri"/>
              <a:ea typeface="Calibri"/>
              <a:cs typeface="Calibri"/>
              <a:sym typeface="Calibri"/>
            </a:endParaRPr>
          </a:p>
          <a:p>
            <a:pPr marL="457200" marR="0" lvl="0" indent="-279400" algn="l" rtl="0">
              <a:spcBef>
                <a:spcPts val="0"/>
              </a:spcBef>
              <a:spcAft>
                <a:spcPts val="0"/>
              </a:spcAft>
              <a:buClr>
                <a:schemeClr val="dk1"/>
              </a:buClr>
              <a:buSzPts val="2800"/>
              <a:buFont typeface="Calibri"/>
              <a:buNone/>
            </a:pPr>
            <a:endParaRPr sz="2800">
              <a:solidFill>
                <a:schemeClr val="dk1"/>
              </a:solidFill>
              <a:latin typeface="Calibri"/>
              <a:ea typeface="Calibri"/>
              <a:cs typeface="Calibri"/>
              <a:sym typeface="Calibri"/>
            </a:endParaRPr>
          </a:p>
          <a:p>
            <a:pPr marL="457200" marR="0" lvl="0" indent="-279400" algn="l" rtl="0">
              <a:spcBef>
                <a:spcPts val="0"/>
              </a:spcBef>
              <a:spcAft>
                <a:spcPts val="0"/>
              </a:spcAft>
              <a:buClr>
                <a:schemeClr val="dk1"/>
              </a:buClr>
              <a:buSzPts val="2800"/>
              <a:buFont typeface="Calibri"/>
              <a:buNone/>
            </a:pPr>
            <a:endParaRPr sz="2800">
              <a:solidFill>
                <a:schemeClr val="dk1"/>
              </a:solidFill>
              <a:latin typeface="Calibri"/>
              <a:ea typeface="Calibri"/>
              <a:cs typeface="Calibri"/>
              <a:sym typeface="Calibri"/>
            </a:endParaRPr>
          </a:p>
          <a:p>
            <a:pPr marL="457200" marR="0" lvl="0" indent="-279400" algn="l" rtl="0">
              <a:spcBef>
                <a:spcPts val="0"/>
              </a:spcBef>
              <a:spcAft>
                <a:spcPts val="0"/>
              </a:spcAft>
              <a:buClr>
                <a:schemeClr val="dk1"/>
              </a:buClr>
              <a:buSzPts val="2800"/>
              <a:buFont typeface="Calibri"/>
              <a:buNone/>
            </a:pPr>
            <a:endParaRPr sz="2800">
              <a:solidFill>
                <a:schemeClr val="dk1"/>
              </a:solidFill>
              <a:latin typeface="Calibri"/>
              <a:ea typeface="Calibri"/>
              <a:cs typeface="Calibri"/>
              <a:sym typeface="Calibri"/>
            </a:endParaRPr>
          </a:p>
          <a:p>
            <a:pPr marL="457200" marR="0" lvl="0" indent="-279400" algn="l" rtl="0">
              <a:spcBef>
                <a:spcPts val="0"/>
              </a:spcBef>
              <a:spcAft>
                <a:spcPts val="0"/>
              </a:spcAft>
              <a:buClr>
                <a:schemeClr val="dk1"/>
              </a:buClr>
              <a:buSzPts val="2800"/>
              <a:buFont typeface="Calibri"/>
              <a:buNone/>
            </a:pPr>
            <a:endParaRPr sz="2800">
              <a:solidFill>
                <a:schemeClr val="dk1"/>
              </a:solidFill>
              <a:latin typeface="Calibri"/>
              <a:ea typeface="Calibri"/>
              <a:cs typeface="Calibri"/>
              <a:sym typeface="Calibri"/>
            </a:endParaRPr>
          </a:p>
          <a:p>
            <a:pPr marL="457200" marR="0" lvl="0" indent="-279400" algn="l" rtl="0">
              <a:spcBef>
                <a:spcPts val="0"/>
              </a:spcBef>
              <a:spcAft>
                <a:spcPts val="0"/>
              </a:spcAft>
              <a:buClr>
                <a:schemeClr val="dk1"/>
              </a:buClr>
              <a:buSzPts val="2800"/>
              <a:buFont typeface="Calibri"/>
              <a:buNone/>
            </a:pPr>
            <a:endParaRPr sz="2800">
              <a:solidFill>
                <a:schemeClr val="dk1"/>
              </a:solidFill>
              <a:latin typeface="Calibri"/>
              <a:ea typeface="Calibri"/>
              <a:cs typeface="Calibri"/>
              <a:sym typeface="Calibri"/>
            </a:endParaRPr>
          </a:p>
          <a:p>
            <a:pPr marL="457200" marR="0" lvl="0" indent="-279400" algn="l" rtl="0">
              <a:spcBef>
                <a:spcPts val="0"/>
              </a:spcBef>
              <a:spcAft>
                <a:spcPts val="0"/>
              </a:spcAft>
              <a:buClr>
                <a:schemeClr val="dk1"/>
              </a:buClr>
              <a:buSzPts val="2800"/>
              <a:buFont typeface="Calibri"/>
              <a:buNone/>
            </a:pPr>
            <a:endParaRPr sz="2800">
              <a:solidFill>
                <a:schemeClr val="dk1"/>
              </a:solidFill>
              <a:latin typeface="Calibri"/>
              <a:ea typeface="Calibri"/>
              <a:cs typeface="Calibri"/>
              <a:sym typeface="Calibri"/>
            </a:endParaRPr>
          </a:p>
          <a:p>
            <a:pPr marL="457200" marR="0" lvl="0" indent="-279400" algn="l" rtl="0">
              <a:spcBef>
                <a:spcPts val="0"/>
              </a:spcBef>
              <a:spcAft>
                <a:spcPts val="0"/>
              </a:spcAft>
              <a:buClr>
                <a:schemeClr val="dk1"/>
              </a:buClr>
              <a:buSzPts val="2800"/>
              <a:buFont typeface="Calibri"/>
              <a:buNone/>
            </a:pPr>
            <a:endParaRPr sz="2800">
              <a:solidFill>
                <a:schemeClr val="dk1"/>
              </a:solidFill>
              <a:latin typeface="Calibri"/>
              <a:ea typeface="Calibri"/>
              <a:cs typeface="Calibri"/>
              <a:sym typeface="Calibri"/>
            </a:endParaRPr>
          </a:p>
          <a:p>
            <a:pPr marL="457200" marR="0" lvl="0" indent="-279400" algn="l" rtl="0">
              <a:spcBef>
                <a:spcPts val="0"/>
              </a:spcBef>
              <a:spcAft>
                <a:spcPts val="0"/>
              </a:spcAft>
              <a:buClr>
                <a:schemeClr val="dk1"/>
              </a:buClr>
              <a:buSzPts val="2800"/>
              <a:buFont typeface="Calibri"/>
              <a:buNone/>
            </a:pPr>
            <a:endParaRPr sz="2800">
              <a:solidFill>
                <a:schemeClr val="dk1"/>
              </a:solidFill>
              <a:latin typeface="Calibri"/>
              <a:ea typeface="Calibri"/>
              <a:cs typeface="Calibri"/>
              <a:sym typeface="Calibri"/>
            </a:endParaRPr>
          </a:p>
          <a:p>
            <a:pPr marL="457200" marR="0" lvl="0" indent="-279400" algn="l" rtl="0">
              <a:spcBef>
                <a:spcPts val="0"/>
              </a:spcBef>
              <a:spcAft>
                <a:spcPts val="0"/>
              </a:spcAft>
              <a:buClr>
                <a:schemeClr val="dk1"/>
              </a:buClr>
              <a:buSzPts val="2800"/>
              <a:buFont typeface="Calibri"/>
              <a:buNone/>
            </a:pPr>
            <a:endParaRPr sz="2800">
              <a:solidFill>
                <a:schemeClr val="dk1"/>
              </a:solidFill>
              <a:latin typeface="Calibri"/>
              <a:ea typeface="Calibri"/>
              <a:cs typeface="Calibri"/>
              <a:sym typeface="Calibri"/>
            </a:endParaRPr>
          </a:p>
        </p:txBody>
      </p:sp>
      <p:pic>
        <p:nvPicPr>
          <p:cNvPr id="3" name="Picture 2">
            <a:extLst>
              <a:ext uri="{FF2B5EF4-FFF2-40B4-BE49-F238E27FC236}">
                <a16:creationId xmlns:a16="http://schemas.microsoft.com/office/drawing/2014/main" id="{5A750E1F-4BF6-74C6-9720-9A216F63BEAC}"/>
              </a:ext>
            </a:extLst>
          </p:cNvPr>
          <p:cNvPicPr>
            <a:picLocks noChangeAspect="1"/>
          </p:cNvPicPr>
          <p:nvPr/>
        </p:nvPicPr>
        <p:blipFill>
          <a:blip r:embed="rId3"/>
          <a:stretch>
            <a:fillRect/>
          </a:stretch>
        </p:blipFill>
        <p:spPr>
          <a:xfrm>
            <a:off x="1870048" y="1735594"/>
            <a:ext cx="7154031" cy="3452236"/>
          </a:xfrm>
          <a:prstGeom prst="rect">
            <a:avLst/>
          </a:prstGeom>
        </p:spPr>
      </p:pic>
      <p:pic>
        <p:nvPicPr>
          <p:cNvPr id="5" name="Picture 4">
            <a:extLst>
              <a:ext uri="{FF2B5EF4-FFF2-40B4-BE49-F238E27FC236}">
                <a16:creationId xmlns:a16="http://schemas.microsoft.com/office/drawing/2014/main" id="{64E1D401-7056-6179-AA4D-008B40701290}"/>
              </a:ext>
            </a:extLst>
          </p:cNvPr>
          <p:cNvPicPr>
            <a:picLocks noChangeAspect="1"/>
          </p:cNvPicPr>
          <p:nvPr/>
        </p:nvPicPr>
        <p:blipFill>
          <a:blip r:embed="rId4"/>
          <a:stretch>
            <a:fillRect/>
          </a:stretch>
        </p:blipFill>
        <p:spPr>
          <a:xfrm>
            <a:off x="1775691" y="5516829"/>
            <a:ext cx="7620338" cy="3702122"/>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Shape 492"/>
        <p:cNvGrpSpPr/>
        <p:nvPr/>
      </p:nvGrpSpPr>
      <p:grpSpPr>
        <a:xfrm>
          <a:off x="0" y="0"/>
          <a:ext cx="0" cy="0"/>
          <a:chOff x="0" y="0"/>
          <a:chExt cx="0" cy="0"/>
        </a:xfrm>
      </p:grpSpPr>
      <p:grpSp>
        <p:nvGrpSpPr>
          <p:cNvPr id="493" name="Google Shape;493;p25"/>
          <p:cNvGrpSpPr/>
          <p:nvPr/>
        </p:nvGrpSpPr>
        <p:grpSpPr>
          <a:xfrm>
            <a:off x="735588" y="6653894"/>
            <a:ext cx="992463" cy="992463"/>
            <a:chOff x="0" y="0"/>
            <a:chExt cx="812800" cy="812800"/>
          </a:xfrm>
        </p:grpSpPr>
        <p:sp>
          <p:nvSpPr>
            <p:cNvPr id="494" name="Google Shape;494;p25"/>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5" name="Google Shape;495;p25"/>
            <p:cNvSpPr txBox="1"/>
            <p:nvPr/>
          </p:nvSpPr>
          <p:spPr>
            <a:xfrm>
              <a:off x="76200" y="19050"/>
              <a:ext cx="660400" cy="717550"/>
            </a:xfrm>
            <a:prstGeom prst="rect">
              <a:avLst/>
            </a:prstGeom>
            <a:noFill/>
            <a:ln>
              <a:noFill/>
            </a:ln>
          </p:spPr>
          <p:txBody>
            <a:bodyPr spcFirstLastPara="1" wrap="square" lIns="50800" tIns="50800" rIns="50800" bIns="50800" anchor="ctr" anchorCtr="0">
              <a:noAutofit/>
            </a:bodyPr>
            <a:lstStyle/>
            <a:p>
              <a:pPr marL="0" marR="0" lvl="0" indent="0" algn="ctr" rtl="0">
                <a:lnSpc>
                  <a:spcPct val="157458"/>
                </a:lnSpc>
                <a:spcBef>
                  <a:spcPts val="0"/>
                </a:spcBef>
                <a:spcAft>
                  <a:spcPts val="0"/>
                </a:spcAft>
                <a:buNone/>
              </a:pPr>
              <a:r>
                <a:rPr lang="en-US" sz="2400" b="1">
                  <a:solidFill>
                    <a:srgbClr val="002060"/>
                  </a:solidFill>
                  <a:latin typeface="Arial"/>
                  <a:ea typeface="Arial"/>
                  <a:cs typeface="Arial"/>
                  <a:sym typeface="Arial"/>
                </a:rPr>
                <a:t>8(C)</a:t>
              </a:r>
              <a:endParaRPr/>
            </a:p>
          </p:txBody>
        </p:sp>
      </p:grpSp>
      <p:grpSp>
        <p:nvGrpSpPr>
          <p:cNvPr id="496" name="Google Shape;496;p25"/>
          <p:cNvGrpSpPr/>
          <p:nvPr/>
        </p:nvGrpSpPr>
        <p:grpSpPr>
          <a:xfrm>
            <a:off x="977741" y="3315742"/>
            <a:ext cx="508158" cy="543805"/>
            <a:chOff x="0" y="0"/>
            <a:chExt cx="812800" cy="869819"/>
          </a:xfrm>
        </p:grpSpPr>
        <p:sp>
          <p:nvSpPr>
            <p:cNvPr id="497" name="Google Shape;497;p25"/>
            <p:cNvSpPr/>
            <p:nvPr/>
          </p:nvSpPr>
          <p:spPr>
            <a:xfrm>
              <a:off x="0" y="0"/>
              <a:ext cx="812800" cy="869819"/>
            </a:xfrm>
            <a:custGeom>
              <a:avLst/>
              <a:gdLst/>
              <a:ahLst/>
              <a:cxnLst/>
              <a:rect l="l" t="t" r="r" b="b"/>
              <a:pathLst>
                <a:path w="812800" h="869819" extrusionOk="0">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cmpd="sng">
              <a:solidFill>
                <a:srgbClr val="FD6220"/>
              </a:solidFill>
              <a:prstDash val="solid"/>
              <a:miter lim="8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8" name="Google Shape;498;p25"/>
            <p:cNvSpPr txBox="1"/>
            <p:nvPr/>
          </p:nvSpPr>
          <p:spPr>
            <a:xfrm>
              <a:off x="76200" y="52970"/>
              <a:ext cx="660400" cy="735303"/>
            </a:xfrm>
            <a:prstGeom prst="rect">
              <a:avLst/>
            </a:prstGeom>
            <a:noFill/>
            <a:ln>
              <a:noFill/>
            </a:ln>
          </p:spPr>
          <p:txBody>
            <a:bodyPr spcFirstLastPara="1" wrap="square" lIns="50800" tIns="50800" rIns="50800" bIns="50800" anchor="ctr" anchorCtr="0">
              <a:noAutofit/>
            </a:bodyPr>
            <a:lstStyle/>
            <a:p>
              <a:pPr marL="0" marR="0" lvl="0" indent="0" algn="ctr" rtl="0">
                <a:lnSpc>
                  <a:spcPct val="140000"/>
                </a:lnSpc>
                <a:spcBef>
                  <a:spcPts val="0"/>
                </a:spcBef>
                <a:spcAft>
                  <a:spcPts val="0"/>
                </a:spcAft>
                <a:buNone/>
              </a:pPr>
              <a:r>
                <a:rPr lang="en-US" sz="1700">
                  <a:solidFill>
                    <a:srgbClr val="191919"/>
                  </a:solidFill>
                  <a:latin typeface="Arial"/>
                  <a:ea typeface="Arial"/>
                  <a:cs typeface="Arial"/>
                  <a:sym typeface="Arial"/>
                </a:rPr>
                <a:t>3</a:t>
              </a:r>
              <a:endParaRPr/>
            </a:p>
          </p:txBody>
        </p:sp>
      </p:grpSp>
      <p:grpSp>
        <p:nvGrpSpPr>
          <p:cNvPr id="499" name="Google Shape;499;p25"/>
          <p:cNvGrpSpPr/>
          <p:nvPr/>
        </p:nvGrpSpPr>
        <p:grpSpPr>
          <a:xfrm>
            <a:off x="977741" y="1982349"/>
            <a:ext cx="508158" cy="543805"/>
            <a:chOff x="0" y="0"/>
            <a:chExt cx="812800" cy="869819"/>
          </a:xfrm>
        </p:grpSpPr>
        <p:sp>
          <p:nvSpPr>
            <p:cNvPr id="500" name="Google Shape;500;p25"/>
            <p:cNvSpPr/>
            <p:nvPr/>
          </p:nvSpPr>
          <p:spPr>
            <a:xfrm>
              <a:off x="0" y="0"/>
              <a:ext cx="812800" cy="869819"/>
            </a:xfrm>
            <a:custGeom>
              <a:avLst/>
              <a:gdLst/>
              <a:ahLst/>
              <a:cxnLst/>
              <a:rect l="l" t="t" r="r" b="b"/>
              <a:pathLst>
                <a:path w="812800" h="869819" extrusionOk="0">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cmpd="sng">
              <a:solidFill>
                <a:srgbClr val="FD6220"/>
              </a:solidFill>
              <a:prstDash val="solid"/>
              <a:miter lim="8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1" name="Google Shape;501;p25"/>
            <p:cNvSpPr txBox="1"/>
            <p:nvPr/>
          </p:nvSpPr>
          <p:spPr>
            <a:xfrm>
              <a:off x="76200" y="52970"/>
              <a:ext cx="660400" cy="735303"/>
            </a:xfrm>
            <a:prstGeom prst="rect">
              <a:avLst/>
            </a:prstGeom>
            <a:noFill/>
            <a:ln>
              <a:noFill/>
            </a:ln>
          </p:spPr>
          <p:txBody>
            <a:bodyPr spcFirstLastPara="1" wrap="square" lIns="50800" tIns="50800" rIns="50800" bIns="50800" anchor="ctr" anchorCtr="0">
              <a:noAutofit/>
            </a:bodyPr>
            <a:lstStyle/>
            <a:p>
              <a:pPr marL="0" marR="0" lvl="0" indent="0" algn="ctr" rtl="0">
                <a:lnSpc>
                  <a:spcPct val="140000"/>
                </a:lnSpc>
                <a:spcBef>
                  <a:spcPts val="0"/>
                </a:spcBef>
                <a:spcAft>
                  <a:spcPts val="0"/>
                </a:spcAft>
                <a:buNone/>
              </a:pPr>
              <a:r>
                <a:rPr lang="en-US" sz="1700">
                  <a:solidFill>
                    <a:srgbClr val="191919"/>
                  </a:solidFill>
                  <a:latin typeface="Arial"/>
                  <a:ea typeface="Arial"/>
                  <a:cs typeface="Arial"/>
                  <a:sym typeface="Arial"/>
                </a:rPr>
                <a:t>1</a:t>
              </a:r>
              <a:endParaRPr/>
            </a:p>
          </p:txBody>
        </p:sp>
      </p:grpSp>
      <p:grpSp>
        <p:nvGrpSpPr>
          <p:cNvPr id="502" name="Google Shape;502;p25"/>
          <p:cNvGrpSpPr/>
          <p:nvPr/>
        </p:nvGrpSpPr>
        <p:grpSpPr>
          <a:xfrm>
            <a:off x="977741" y="3983373"/>
            <a:ext cx="508158" cy="543805"/>
            <a:chOff x="0" y="0"/>
            <a:chExt cx="812800" cy="869819"/>
          </a:xfrm>
        </p:grpSpPr>
        <p:sp>
          <p:nvSpPr>
            <p:cNvPr id="503" name="Google Shape;503;p25"/>
            <p:cNvSpPr/>
            <p:nvPr/>
          </p:nvSpPr>
          <p:spPr>
            <a:xfrm>
              <a:off x="0" y="0"/>
              <a:ext cx="812800" cy="869819"/>
            </a:xfrm>
            <a:custGeom>
              <a:avLst/>
              <a:gdLst/>
              <a:ahLst/>
              <a:cxnLst/>
              <a:rect l="l" t="t" r="r" b="b"/>
              <a:pathLst>
                <a:path w="812800" h="869819" extrusionOk="0">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cmpd="sng">
              <a:solidFill>
                <a:srgbClr val="FD6220"/>
              </a:solidFill>
              <a:prstDash val="solid"/>
              <a:miter lim="8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4" name="Google Shape;504;p25"/>
            <p:cNvSpPr txBox="1"/>
            <p:nvPr/>
          </p:nvSpPr>
          <p:spPr>
            <a:xfrm>
              <a:off x="76200" y="52970"/>
              <a:ext cx="660400" cy="735303"/>
            </a:xfrm>
            <a:prstGeom prst="rect">
              <a:avLst/>
            </a:prstGeom>
            <a:noFill/>
            <a:ln>
              <a:noFill/>
            </a:ln>
          </p:spPr>
          <p:txBody>
            <a:bodyPr spcFirstLastPara="1" wrap="square" lIns="50800" tIns="50800" rIns="50800" bIns="50800" anchor="ctr" anchorCtr="0">
              <a:noAutofit/>
            </a:bodyPr>
            <a:lstStyle/>
            <a:p>
              <a:pPr marL="0" marR="0" lvl="0" indent="0" algn="ctr" rtl="0">
                <a:lnSpc>
                  <a:spcPct val="140000"/>
                </a:lnSpc>
                <a:spcBef>
                  <a:spcPts val="0"/>
                </a:spcBef>
                <a:spcAft>
                  <a:spcPts val="0"/>
                </a:spcAft>
                <a:buNone/>
              </a:pPr>
              <a:r>
                <a:rPr lang="en-US" sz="1700">
                  <a:solidFill>
                    <a:srgbClr val="191919"/>
                  </a:solidFill>
                  <a:latin typeface="Arial"/>
                  <a:ea typeface="Arial"/>
                  <a:cs typeface="Arial"/>
                  <a:sym typeface="Arial"/>
                </a:rPr>
                <a:t>4</a:t>
              </a:r>
              <a:endParaRPr/>
            </a:p>
          </p:txBody>
        </p:sp>
      </p:grpSp>
      <p:grpSp>
        <p:nvGrpSpPr>
          <p:cNvPr id="505" name="Google Shape;505;p25"/>
          <p:cNvGrpSpPr/>
          <p:nvPr/>
        </p:nvGrpSpPr>
        <p:grpSpPr>
          <a:xfrm>
            <a:off x="977741" y="2648112"/>
            <a:ext cx="508158" cy="543805"/>
            <a:chOff x="0" y="0"/>
            <a:chExt cx="812800" cy="869819"/>
          </a:xfrm>
        </p:grpSpPr>
        <p:sp>
          <p:nvSpPr>
            <p:cNvPr id="506" name="Google Shape;506;p25"/>
            <p:cNvSpPr/>
            <p:nvPr/>
          </p:nvSpPr>
          <p:spPr>
            <a:xfrm>
              <a:off x="0" y="0"/>
              <a:ext cx="812800" cy="869819"/>
            </a:xfrm>
            <a:custGeom>
              <a:avLst/>
              <a:gdLst/>
              <a:ahLst/>
              <a:cxnLst/>
              <a:rect l="l" t="t" r="r" b="b"/>
              <a:pathLst>
                <a:path w="812800" h="869819" extrusionOk="0">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cmpd="sng">
              <a:solidFill>
                <a:srgbClr val="FD6220"/>
              </a:solidFill>
              <a:prstDash val="solid"/>
              <a:miter lim="8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7" name="Google Shape;507;p25"/>
            <p:cNvSpPr txBox="1"/>
            <p:nvPr/>
          </p:nvSpPr>
          <p:spPr>
            <a:xfrm>
              <a:off x="76200" y="52970"/>
              <a:ext cx="660400" cy="735303"/>
            </a:xfrm>
            <a:prstGeom prst="rect">
              <a:avLst/>
            </a:prstGeom>
            <a:noFill/>
            <a:ln>
              <a:noFill/>
            </a:ln>
          </p:spPr>
          <p:txBody>
            <a:bodyPr spcFirstLastPara="1" wrap="square" lIns="50800" tIns="50800" rIns="50800" bIns="50800" anchor="ctr" anchorCtr="0">
              <a:noAutofit/>
            </a:bodyPr>
            <a:lstStyle/>
            <a:p>
              <a:pPr marL="0" marR="0" lvl="0" indent="0" algn="ctr" rtl="0">
                <a:lnSpc>
                  <a:spcPct val="140000"/>
                </a:lnSpc>
                <a:spcBef>
                  <a:spcPts val="0"/>
                </a:spcBef>
                <a:spcAft>
                  <a:spcPts val="0"/>
                </a:spcAft>
                <a:buNone/>
              </a:pPr>
              <a:r>
                <a:rPr lang="en-US" sz="1700">
                  <a:solidFill>
                    <a:srgbClr val="191919"/>
                  </a:solidFill>
                  <a:latin typeface="Arial"/>
                  <a:ea typeface="Arial"/>
                  <a:cs typeface="Arial"/>
                  <a:sym typeface="Arial"/>
                </a:rPr>
                <a:t>2</a:t>
              </a:r>
              <a:endParaRPr/>
            </a:p>
          </p:txBody>
        </p:sp>
      </p:grpSp>
      <p:grpSp>
        <p:nvGrpSpPr>
          <p:cNvPr id="508" name="Google Shape;508;p25"/>
          <p:cNvGrpSpPr/>
          <p:nvPr/>
        </p:nvGrpSpPr>
        <p:grpSpPr>
          <a:xfrm>
            <a:off x="977741" y="5318634"/>
            <a:ext cx="508158" cy="543805"/>
            <a:chOff x="0" y="0"/>
            <a:chExt cx="812800" cy="869819"/>
          </a:xfrm>
        </p:grpSpPr>
        <p:sp>
          <p:nvSpPr>
            <p:cNvPr id="509" name="Google Shape;509;p25"/>
            <p:cNvSpPr/>
            <p:nvPr/>
          </p:nvSpPr>
          <p:spPr>
            <a:xfrm>
              <a:off x="0" y="0"/>
              <a:ext cx="812800" cy="869819"/>
            </a:xfrm>
            <a:custGeom>
              <a:avLst/>
              <a:gdLst/>
              <a:ahLst/>
              <a:cxnLst/>
              <a:rect l="l" t="t" r="r" b="b"/>
              <a:pathLst>
                <a:path w="812800" h="869819" extrusionOk="0">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cmpd="sng">
              <a:solidFill>
                <a:srgbClr val="FD6220"/>
              </a:solidFill>
              <a:prstDash val="solid"/>
              <a:miter lim="8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0" name="Google Shape;510;p25"/>
            <p:cNvSpPr txBox="1"/>
            <p:nvPr/>
          </p:nvSpPr>
          <p:spPr>
            <a:xfrm>
              <a:off x="76200" y="52970"/>
              <a:ext cx="660400" cy="735303"/>
            </a:xfrm>
            <a:prstGeom prst="rect">
              <a:avLst/>
            </a:prstGeom>
            <a:noFill/>
            <a:ln>
              <a:noFill/>
            </a:ln>
          </p:spPr>
          <p:txBody>
            <a:bodyPr spcFirstLastPara="1" wrap="square" lIns="50800" tIns="50800" rIns="50800" bIns="50800" anchor="ctr" anchorCtr="0">
              <a:noAutofit/>
            </a:bodyPr>
            <a:lstStyle/>
            <a:p>
              <a:pPr marL="0" marR="0" lvl="0" indent="0" algn="ctr" rtl="0">
                <a:lnSpc>
                  <a:spcPct val="140000"/>
                </a:lnSpc>
                <a:spcBef>
                  <a:spcPts val="0"/>
                </a:spcBef>
                <a:spcAft>
                  <a:spcPts val="0"/>
                </a:spcAft>
                <a:buNone/>
              </a:pPr>
              <a:r>
                <a:rPr lang="en-US" sz="1700">
                  <a:solidFill>
                    <a:srgbClr val="191919"/>
                  </a:solidFill>
                  <a:latin typeface="Arial"/>
                  <a:ea typeface="Arial"/>
                  <a:cs typeface="Arial"/>
                  <a:sym typeface="Arial"/>
                </a:rPr>
                <a:t>6</a:t>
              </a:r>
              <a:endParaRPr/>
            </a:p>
          </p:txBody>
        </p:sp>
      </p:grpSp>
      <p:grpSp>
        <p:nvGrpSpPr>
          <p:cNvPr id="511" name="Google Shape;511;p25"/>
          <p:cNvGrpSpPr/>
          <p:nvPr/>
        </p:nvGrpSpPr>
        <p:grpSpPr>
          <a:xfrm>
            <a:off x="977741" y="4651003"/>
            <a:ext cx="508158" cy="543805"/>
            <a:chOff x="0" y="0"/>
            <a:chExt cx="812800" cy="869819"/>
          </a:xfrm>
        </p:grpSpPr>
        <p:sp>
          <p:nvSpPr>
            <p:cNvPr id="512" name="Google Shape;512;p25"/>
            <p:cNvSpPr/>
            <p:nvPr/>
          </p:nvSpPr>
          <p:spPr>
            <a:xfrm>
              <a:off x="0" y="0"/>
              <a:ext cx="812800" cy="869819"/>
            </a:xfrm>
            <a:custGeom>
              <a:avLst/>
              <a:gdLst/>
              <a:ahLst/>
              <a:cxnLst/>
              <a:rect l="l" t="t" r="r" b="b"/>
              <a:pathLst>
                <a:path w="812800" h="869819" extrusionOk="0">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cmpd="sng">
              <a:solidFill>
                <a:srgbClr val="FD6220"/>
              </a:solidFill>
              <a:prstDash val="solid"/>
              <a:miter lim="8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3" name="Google Shape;513;p25"/>
            <p:cNvSpPr txBox="1"/>
            <p:nvPr/>
          </p:nvSpPr>
          <p:spPr>
            <a:xfrm>
              <a:off x="76200" y="52970"/>
              <a:ext cx="660400" cy="735303"/>
            </a:xfrm>
            <a:prstGeom prst="rect">
              <a:avLst/>
            </a:prstGeom>
            <a:noFill/>
            <a:ln>
              <a:noFill/>
            </a:ln>
          </p:spPr>
          <p:txBody>
            <a:bodyPr spcFirstLastPara="1" wrap="square" lIns="50800" tIns="50800" rIns="50800" bIns="50800" anchor="ctr" anchorCtr="0">
              <a:noAutofit/>
            </a:bodyPr>
            <a:lstStyle/>
            <a:p>
              <a:pPr marL="0" marR="0" lvl="0" indent="0" algn="ctr" rtl="0">
                <a:lnSpc>
                  <a:spcPct val="140000"/>
                </a:lnSpc>
                <a:spcBef>
                  <a:spcPts val="0"/>
                </a:spcBef>
                <a:spcAft>
                  <a:spcPts val="0"/>
                </a:spcAft>
                <a:buNone/>
              </a:pPr>
              <a:r>
                <a:rPr lang="en-US" sz="1700">
                  <a:solidFill>
                    <a:srgbClr val="191919"/>
                  </a:solidFill>
                  <a:latin typeface="Arial"/>
                  <a:ea typeface="Arial"/>
                  <a:cs typeface="Arial"/>
                  <a:sym typeface="Arial"/>
                </a:rPr>
                <a:t>5</a:t>
              </a:r>
              <a:endParaRPr/>
            </a:p>
          </p:txBody>
        </p:sp>
      </p:grpSp>
      <p:grpSp>
        <p:nvGrpSpPr>
          <p:cNvPr id="514" name="Google Shape;514;p25"/>
          <p:cNvGrpSpPr/>
          <p:nvPr/>
        </p:nvGrpSpPr>
        <p:grpSpPr>
          <a:xfrm>
            <a:off x="977741" y="5986264"/>
            <a:ext cx="508158" cy="543805"/>
            <a:chOff x="0" y="0"/>
            <a:chExt cx="812800" cy="869819"/>
          </a:xfrm>
        </p:grpSpPr>
        <p:sp>
          <p:nvSpPr>
            <p:cNvPr id="515" name="Google Shape;515;p25"/>
            <p:cNvSpPr/>
            <p:nvPr/>
          </p:nvSpPr>
          <p:spPr>
            <a:xfrm>
              <a:off x="0" y="0"/>
              <a:ext cx="812800" cy="869819"/>
            </a:xfrm>
            <a:custGeom>
              <a:avLst/>
              <a:gdLst/>
              <a:ahLst/>
              <a:cxnLst/>
              <a:rect l="l" t="t" r="r" b="b"/>
              <a:pathLst>
                <a:path w="812800" h="869819" extrusionOk="0">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cmpd="sng">
              <a:solidFill>
                <a:srgbClr val="FD6220"/>
              </a:solidFill>
              <a:prstDash val="solid"/>
              <a:miter lim="8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6" name="Google Shape;516;p25"/>
            <p:cNvSpPr txBox="1"/>
            <p:nvPr/>
          </p:nvSpPr>
          <p:spPr>
            <a:xfrm>
              <a:off x="76200" y="52970"/>
              <a:ext cx="660400" cy="735303"/>
            </a:xfrm>
            <a:prstGeom prst="rect">
              <a:avLst/>
            </a:prstGeom>
            <a:noFill/>
            <a:ln>
              <a:noFill/>
            </a:ln>
          </p:spPr>
          <p:txBody>
            <a:bodyPr spcFirstLastPara="1" wrap="square" lIns="50800" tIns="50800" rIns="50800" bIns="50800" anchor="ctr" anchorCtr="0">
              <a:noAutofit/>
            </a:bodyPr>
            <a:lstStyle/>
            <a:p>
              <a:pPr marL="0" marR="0" lvl="0" indent="0" algn="ctr" rtl="0">
                <a:lnSpc>
                  <a:spcPct val="140000"/>
                </a:lnSpc>
                <a:spcBef>
                  <a:spcPts val="0"/>
                </a:spcBef>
                <a:spcAft>
                  <a:spcPts val="0"/>
                </a:spcAft>
                <a:buNone/>
              </a:pPr>
              <a:r>
                <a:rPr lang="en-US" sz="1700">
                  <a:solidFill>
                    <a:srgbClr val="191919"/>
                  </a:solidFill>
                  <a:latin typeface="Arial"/>
                  <a:ea typeface="Arial"/>
                  <a:cs typeface="Arial"/>
                  <a:sym typeface="Arial"/>
                </a:rPr>
                <a:t>7</a:t>
              </a:r>
              <a:endParaRPr/>
            </a:p>
          </p:txBody>
        </p:sp>
      </p:grpSp>
      <p:grpSp>
        <p:nvGrpSpPr>
          <p:cNvPr id="517" name="Google Shape;517;p25"/>
          <p:cNvGrpSpPr/>
          <p:nvPr/>
        </p:nvGrpSpPr>
        <p:grpSpPr>
          <a:xfrm>
            <a:off x="977741" y="7760846"/>
            <a:ext cx="508158" cy="543805"/>
            <a:chOff x="0" y="0"/>
            <a:chExt cx="812800" cy="869819"/>
          </a:xfrm>
        </p:grpSpPr>
        <p:sp>
          <p:nvSpPr>
            <p:cNvPr id="518" name="Google Shape;518;p25"/>
            <p:cNvSpPr/>
            <p:nvPr/>
          </p:nvSpPr>
          <p:spPr>
            <a:xfrm>
              <a:off x="0" y="0"/>
              <a:ext cx="812800" cy="869819"/>
            </a:xfrm>
            <a:custGeom>
              <a:avLst/>
              <a:gdLst/>
              <a:ahLst/>
              <a:cxnLst/>
              <a:rect l="l" t="t" r="r" b="b"/>
              <a:pathLst>
                <a:path w="812800" h="869819" extrusionOk="0">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cmpd="sng">
              <a:solidFill>
                <a:srgbClr val="FD6220"/>
              </a:solidFill>
              <a:prstDash val="solid"/>
              <a:miter lim="8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9" name="Google Shape;519;p25"/>
            <p:cNvSpPr txBox="1"/>
            <p:nvPr/>
          </p:nvSpPr>
          <p:spPr>
            <a:xfrm>
              <a:off x="76200" y="52970"/>
              <a:ext cx="660400" cy="735303"/>
            </a:xfrm>
            <a:prstGeom prst="rect">
              <a:avLst/>
            </a:prstGeom>
            <a:noFill/>
            <a:ln>
              <a:noFill/>
            </a:ln>
          </p:spPr>
          <p:txBody>
            <a:bodyPr spcFirstLastPara="1" wrap="square" lIns="50800" tIns="50800" rIns="50800" bIns="50800" anchor="ctr" anchorCtr="0">
              <a:noAutofit/>
            </a:bodyPr>
            <a:lstStyle/>
            <a:p>
              <a:pPr marL="0" marR="0" lvl="0" indent="0" algn="ctr" rtl="0">
                <a:lnSpc>
                  <a:spcPct val="140000"/>
                </a:lnSpc>
                <a:spcBef>
                  <a:spcPts val="0"/>
                </a:spcBef>
                <a:spcAft>
                  <a:spcPts val="0"/>
                </a:spcAft>
                <a:buNone/>
              </a:pPr>
              <a:r>
                <a:rPr lang="en-US" sz="1700">
                  <a:solidFill>
                    <a:srgbClr val="191919"/>
                  </a:solidFill>
                  <a:latin typeface="Arial"/>
                  <a:ea typeface="Arial"/>
                  <a:cs typeface="Arial"/>
                  <a:sym typeface="Arial"/>
                </a:rPr>
                <a:t>9</a:t>
              </a:r>
              <a:endParaRPr/>
            </a:p>
          </p:txBody>
        </p:sp>
      </p:grpSp>
      <p:sp>
        <p:nvSpPr>
          <p:cNvPr id="520" name="Google Shape;520;p25"/>
          <p:cNvSpPr/>
          <p:nvPr/>
        </p:nvSpPr>
        <p:spPr>
          <a:xfrm>
            <a:off x="16313420" y="1028700"/>
            <a:ext cx="945880" cy="236470"/>
          </a:xfrm>
          <a:custGeom>
            <a:avLst/>
            <a:gdLst/>
            <a:ahLst/>
            <a:cxnLst/>
            <a:rect l="l" t="t" r="r" b="b"/>
            <a:pathLst>
              <a:path w="945880" h="236470" extrusionOk="0">
                <a:moveTo>
                  <a:pt x="0" y="0"/>
                </a:moveTo>
                <a:lnTo>
                  <a:pt x="945880" y="0"/>
                </a:lnTo>
                <a:lnTo>
                  <a:pt x="945880" y="236470"/>
                </a:lnTo>
                <a:lnTo>
                  <a:pt x="0" y="236470"/>
                </a:lnTo>
                <a:lnTo>
                  <a:pt x="0" y="0"/>
                </a:lnTo>
                <a:close/>
              </a:path>
            </a:pathLst>
          </a:custGeom>
          <a:noFill/>
          <a:ln>
            <a:noFill/>
          </a:ln>
        </p:spPr>
      </p:sp>
      <p:grpSp>
        <p:nvGrpSpPr>
          <p:cNvPr id="521" name="Google Shape;521;p25"/>
          <p:cNvGrpSpPr/>
          <p:nvPr/>
        </p:nvGrpSpPr>
        <p:grpSpPr>
          <a:xfrm>
            <a:off x="17170670" y="-178579"/>
            <a:ext cx="10994424" cy="10994424"/>
            <a:chOff x="0" y="0"/>
            <a:chExt cx="812800" cy="812800"/>
          </a:xfrm>
        </p:grpSpPr>
        <p:sp>
          <p:nvSpPr>
            <p:cNvPr id="522" name="Google Shape;522;p25"/>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noFill/>
            <a:ln w="514350" cap="sq" cmpd="sng">
              <a:solidFill>
                <a:srgbClr val="FD6220">
                  <a:alpha val="11764"/>
                </a:srgbClr>
              </a:solidFill>
              <a:prstDash val="solid"/>
              <a:miter lim="8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3" name="Google Shape;523;p25"/>
            <p:cNvSpPr txBox="1"/>
            <p:nvPr/>
          </p:nvSpPr>
          <p:spPr>
            <a:xfrm>
              <a:off x="76200" y="47625"/>
              <a:ext cx="660400" cy="688975"/>
            </a:xfrm>
            <a:prstGeom prst="rect">
              <a:avLst/>
            </a:prstGeom>
            <a:noFill/>
            <a:ln>
              <a:noFill/>
            </a:ln>
          </p:spPr>
          <p:txBody>
            <a:bodyPr spcFirstLastPara="1" wrap="square" lIns="50800" tIns="50800" rIns="50800" bIns="50800" anchor="ctr" anchorCtr="0">
              <a:noAutofit/>
            </a:bodyPr>
            <a:lstStyle/>
            <a:p>
              <a:pPr marL="0" marR="0" lvl="0" indent="0" algn="ctr" rtl="0">
                <a:lnSpc>
                  <a:spcPct val="147722"/>
                </a:lnSpc>
                <a:spcBef>
                  <a:spcPts val="0"/>
                </a:spcBef>
                <a:spcAft>
                  <a:spcPts val="0"/>
                </a:spcAft>
                <a:buNone/>
              </a:pPr>
              <a:endParaRPr sz="1800">
                <a:solidFill>
                  <a:schemeClr val="dk1"/>
                </a:solidFill>
                <a:latin typeface="Calibri"/>
                <a:ea typeface="Calibri"/>
                <a:cs typeface="Calibri"/>
                <a:sym typeface="Calibri"/>
              </a:endParaRPr>
            </a:p>
          </p:txBody>
        </p:sp>
      </p:grpSp>
      <p:sp>
        <p:nvSpPr>
          <p:cNvPr id="524" name="Google Shape;524;p25"/>
          <p:cNvSpPr txBox="1"/>
          <p:nvPr/>
        </p:nvSpPr>
        <p:spPr>
          <a:xfrm>
            <a:off x="152400" y="342900"/>
            <a:ext cx="17907000" cy="830997"/>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4800" b="1">
                <a:solidFill>
                  <a:srgbClr val="0033CC"/>
                </a:solidFill>
                <a:latin typeface="Times New Roman"/>
                <a:ea typeface="Times New Roman"/>
                <a:cs typeface="Times New Roman"/>
                <a:sym typeface="Times New Roman"/>
              </a:rPr>
              <a:t>IMPLEMENTATION SCREENSHOTS</a:t>
            </a:r>
            <a:endParaRPr sz="4800" b="1">
              <a:solidFill>
                <a:srgbClr val="0033CC"/>
              </a:solidFill>
              <a:latin typeface="Times New Roman"/>
              <a:ea typeface="Times New Roman"/>
              <a:cs typeface="Times New Roman"/>
              <a:sym typeface="Times New Roman"/>
            </a:endParaRPr>
          </a:p>
        </p:txBody>
      </p:sp>
      <p:sp>
        <p:nvSpPr>
          <p:cNvPr id="525" name="Google Shape;525;p25"/>
          <p:cNvSpPr txBox="1"/>
          <p:nvPr/>
        </p:nvSpPr>
        <p:spPr>
          <a:xfrm>
            <a:off x="2209800" y="1638300"/>
            <a:ext cx="15082325" cy="5262979"/>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endParaRPr sz="2800">
              <a:solidFill>
                <a:schemeClr val="dk1"/>
              </a:solidFill>
              <a:latin typeface="Calibri"/>
              <a:ea typeface="Calibri"/>
              <a:cs typeface="Calibri"/>
              <a:sym typeface="Calibri"/>
            </a:endParaRPr>
          </a:p>
          <a:p>
            <a:pPr marL="457200" marR="0" lvl="0" indent="-279400" algn="l" rtl="0">
              <a:spcBef>
                <a:spcPts val="0"/>
              </a:spcBef>
              <a:spcAft>
                <a:spcPts val="0"/>
              </a:spcAft>
              <a:buClr>
                <a:schemeClr val="dk1"/>
              </a:buClr>
              <a:buSzPts val="2800"/>
              <a:buFont typeface="Calibri"/>
              <a:buNone/>
            </a:pPr>
            <a:endParaRPr sz="2800">
              <a:solidFill>
                <a:schemeClr val="dk1"/>
              </a:solidFill>
              <a:latin typeface="Calibri"/>
              <a:ea typeface="Calibri"/>
              <a:cs typeface="Calibri"/>
              <a:sym typeface="Calibri"/>
            </a:endParaRPr>
          </a:p>
          <a:p>
            <a:pPr marL="457200" marR="0" lvl="0" indent="-279400" algn="l" rtl="0">
              <a:spcBef>
                <a:spcPts val="0"/>
              </a:spcBef>
              <a:spcAft>
                <a:spcPts val="0"/>
              </a:spcAft>
              <a:buClr>
                <a:schemeClr val="dk1"/>
              </a:buClr>
              <a:buSzPts val="2800"/>
              <a:buFont typeface="Calibri"/>
              <a:buNone/>
            </a:pPr>
            <a:endParaRPr sz="2800">
              <a:solidFill>
                <a:schemeClr val="dk1"/>
              </a:solidFill>
              <a:latin typeface="Calibri"/>
              <a:ea typeface="Calibri"/>
              <a:cs typeface="Calibri"/>
              <a:sym typeface="Calibri"/>
            </a:endParaRPr>
          </a:p>
          <a:p>
            <a:pPr marL="457200" marR="0" lvl="0" indent="-279400" algn="l" rtl="0">
              <a:spcBef>
                <a:spcPts val="0"/>
              </a:spcBef>
              <a:spcAft>
                <a:spcPts val="0"/>
              </a:spcAft>
              <a:buClr>
                <a:schemeClr val="dk1"/>
              </a:buClr>
              <a:buSzPts val="2800"/>
              <a:buFont typeface="Calibri"/>
              <a:buNone/>
            </a:pPr>
            <a:endParaRPr sz="2800">
              <a:solidFill>
                <a:schemeClr val="dk1"/>
              </a:solidFill>
              <a:latin typeface="Calibri"/>
              <a:ea typeface="Calibri"/>
              <a:cs typeface="Calibri"/>
              <a:sym typeface="Calibri"/>
            </a:endParaRPr>
          </a:p>
          <a:p>
            <a:pPr marL="457200" marR="0" lvl="0" indent="-279400" algn="l" rtl="0">
              <a:spcBef>
                <a:spcPts val="0"/>
              </a:spcBef>
              <a:spcAft>
                <a:spcPts val="0"/>
              </a:spcAft>
              <a:buClr>
                <a:schemeClr val="dk1"/>
              </a:buClr>
              <a:buSzPts val="2800"/>
              <a:buFont typeface="Calibri"/>
              <a:buNone/>
            </a:pPr>
            <a:endParaRPr sz="2800">
              <a:solidFill>
                <a:schemeClr val="dk1"/>
              </a:solidFill>
              <a:latin typeface="Calibri"/>
              <a:ea typeface="Calibri"/>
              <a:cs typeface="Calibri"/>
              <a:sym typeface="Calibri"/>
            </a:endParaRPr>
          </a:p>
          <a:p>
            <a:pPr marL="457200" marR="0" lvl="0" indent="-279400" algn="l" rtl="0">
              <a:spcBef>
                <a:spcPts val="0"/>
              </a:spcBef>
              <a:spcAft>
                <a:spcPts val="0"/>
              </a:spcAft>
              <a:buClr>
                <a:schemeClr val="dk1"/>
              </a:buClr>
              <a:buSzPts val="2800"/>
              <a:buFont typeface="Calibri"/>
              <a:buNone/>
            </a:pPr>
            <a:endParaRPr sz="2800">
              <a:solidFill>
                <a:schemeClr val="dk1"/>
              </a:solidFill>
              <a:latin typeface="Calibri"/>
              <a:ea typeface="Calibri"/>
              <a:cs typeface="Calibri"/>
              <a:sym typeface="Calibri"/>
            </a:endParaRPr>
          </a:p>
          <a:p>
            <a:pPr marL="457200" marR="0" lvl="0" indent="-279400" algn="l" rtl="0">
              <a:spcBef>
                <a:spcPts val="0"/>
              </a:spcBef>
              <a:spcAft>
                <a:spcPts val="0"/>
              </a:spcAft>
              <a:buClr>
                <a:schemeClr val="dk1"/>
              </a:buClr>
              <a:buSzPts val="2800"/>
              <a:buFont typeface="Calibri"/>
              <a:buNone/>
            </a:pPr>
            <a:endParaRPr sz="2800">
              <a:solidFill>
                <a:schemeClr val="dk1"/>
              </a:solidFill>
              <a:latin typeface="Calibri"/>
              <a:ea typeface="Calibri"/>
              <a:cs typeface="Calibri"/>
              <a:sym typeface="Calibri"/>
            </a:endParaRPr>
          </a:p>
          <a:p>
            <a:pPr marL="457200" marR="0" lvl="0" indent="-279400" algn="l" rtl="0">
              <a:spcBef>
                <a:spcPts val="0"/>
              </a:spcBef>
              <a:spcAft>
                <a:spcPts val="0"/>
              </a:spcAft>
              <a:buClr>
                <a:schemeClr val="dk1"/>
              </a:buClr>
              <a:buSzPts val="2800"/>
              <a:buFont typeface="Calibri"/>
              <a:buNone/>
            </a:pPr>
            <a:endParaRPr sz="2800">
              <a:solidFill>
                <a:schemeClr val="dk1"/>
              </a:solidFill>
              <a:latin typeface="Calibri"/>
              <a:ea typeface="Calibri"/>
              <a:cs typeface="Calibri"/>
              <a:sym typeface="Calibri"/>
            </a:endParaRPr>
          </a:p>
          <a:p>
            <a:pPr marL="457200" marR="0" lvl="0" indent="-279400" algn="l" rtl="0">
              <a:spcBef>
                <a:spcPts val="0"/>
              </a:spcBef>
              <a:spcAft>
                <a:spcPts val="0"/>
              </a:spcAft>
              <a:buClr>
                <a:schemeClr val="dk1"/>
              </a:buClr>
              <a:buSzPts val="2800"/>
              <a:buFont typeface="Calibri"/>
              <a:buNone/>
            </a:pPr>
            <a:endParaRPr sz="2800">
              <a:solidFill>
                <a:schemeClr val="dk1"/>
              </a:solidFill>
              <a:latin typeface="Calibri"/>
              <a:ea typeface="Calibri"/>
              <a:cs typeface="Calibri"/>
              <a:sym typeface="Calibri"/>
            </a:endParaRPr>
          </a:p>
          <a:p>
            <a:pPr marL="457200" marR="0" lvl="0" indent="-279400" algn="l" rtl="0">
              <a:spcBef>
                <a:spcPts val="0"/>
              </a:spcBef>
              <a:spcAft>
                <a:spcPts val="0"/>
              </a:spcAft>
              <a:buClr>
                <a:schemeClr val="dk1"/>
              </a:buClr>
              <a:buSzPts val="2800"/>
              <a:buFont typeface="Calibri"/>
              <a:buNone/>
            </a:pPr>
            <a:endParaRPr sz="2800">
              <a:solidFill>
                <a:schemeClr val="dk1"/>
              </a:solidFill>
              <a:latin typeface="Calibri"/>
              <a:ea typeface="Calibri"/>
              <a:cs typeface="Calibri"/>
              <a:sym typeface="Calibri"/>
            </a:endParaRPr>
          </a:p>
          <a:p>
            <a:pPr marL="457200" marR="0" lvl="0" indent="-279400" algn="l" rtl="0">
              <a:spcBef>
                <a:spcPts val="0"/>
              </a:spcBef>
              <a:spcAft>
                <a:spcPts val="0"/>
              </a:spcAft>
              <a:buClr>
                <a:schemeClr val="dk1"/>
              </a:buClr>
              <a:buSzPts val="2800"/>
              <a:buFont typeface="Calibri"/>
              <a:buNone/>
            </a:pPr>
            <a:endParaRPr sz="2800">
              <a:solidFill>
                <a:schemeClr val="dk1"/>
              </a:solidFill>
              <a:latin typeface="Calibri"/>
              <a:ea typeface="Calibri"/>
              <a:cs typeface="Calibri"/>
              <a:sym typeface="Calibri"/>
            </a:endParaRPr>
          </a:p>
          <a:p>
            <a:pPr marL="457200" marR="0" lvl="0" indent="-279400" algn="l" rtl="0">
              <a:spcBef>
                <a:spcPts val="0"/>
              </a:spcBef>
              <a:spcAft>
                <a:spcPts val="0"/>
              </a:spcAft>
              <a:buClr>
                <a:schemeClr val="dk1"/>
              </a:buClr>
              <a:buSzPts val="2800"/>
              <a:buFont typeface="Calibri"/>
              <a:buNone/>
            </a:pPr>
            <a:endParaRPr sz="2800">
              <a:solidFill>
                <a:schemeClr val="dk1"/>
              </a:solidFill>
              <a:latin typeface="Calibri"/>
              <a:ea typeface="Calibri"/>
              <a:cs typeface="Calibri"/>
              <a:sym typeface="Calibri"/>
            </a:endParaRPr>
          </a:p>
        </p:txBody>
      </p:sp>
      <p:pic>
        <p:nvPicPr>
          <p:cNvPr id="3" name="Picture 2">
            <a:extLst>
              <a:ext uri="{FF2B5EF4-FFF2-40B4-BE49-F238E27FC236}">
                <a16:creationId xmlns:a16="http://schemas.microsoft.com/office/drawing/2014/main" id="{2C45EB49-82CA-1A39-3C77-E3C3946B35CF}"/>
              </a:ext>
            </a:extLst>
          </p:cNvPr>
          <p:cNvPicPr>
            <a:picLocks noChangeAspect="1"/>
          </p:cNvPicPr>
          <p:nvPr/>
        </p:nvPicPr>
        <p:blipFill>
          <a:blip r:embed="rId3"/>
          <a:stretch>
            <a:fillRect/>
          </a:stretch>
        </p:blipFill>
        <p:spPr>
          <a:xfrm>
            <a:off x="1728051" y="1394121"/>
            <a:ext cx="8212823" cy="4003915"/>
          </a:xfrm>
          <a:prstGeom prst="rect">
            <a:avLst/>
          </a:prstGeom>
        </p:spPr>
      </p:pic>
      <p:pic>
        <p:nvPicPr>
          <p:cNvPr id="5" name="Picture 4">
            <a:extLst>
              <a:ext uri="{FF2B5EF4-FFF2-40B4-BE49-F238E27FC236}">
                <a16:creationId xmlns:a16="http://schemas.microsoft.com/office/drawing/2014/main" id="{BC342227-5FF0-B89B-3C4C-DABF17948A81}"/>
              </a:ext>
            </a:extLst>
          </p:cNvPr>
          <p:cNvPicPr>
            <a:picLocks noChangeAspect="1"/>
          </p:cNvPicPr>
          <p:nvPr/>
        </p:nvPicPr>
        <p:blipFill>
          <a:blip r:embed="rId4"/>
          <a:stretch>
            <a:fillRect/>
          </a:stretch>
        </p:blipFill>
        <p:spPr>
          <a:xfrm>
            <a:off x="1821094" y="5728047"/>
            <a:ext cx="8109590" cy="3867253"/>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Shape 529"/>
        <p:cNvGrpSpPr/>
        <p:nvPr/>
      </p:nvGrpSpPr>
      <p:grpSpPr>
        <a:xfrm>
          <a:off x="0" y="0"/>
          <a:ext cx="0" cy="0"/>
          <a:chOff x="0" y="0"/>
          <a:chExt cx="0" cy="0"/>
        </a:xfrm>
      </p:grpSpPr>
      <p:grpSp>
        <p:nvGrpSpPr>
          <p:cNvPr id="530" name="Google Shape;530;p26"/>
          <p:cNvGrpSpPr/>
          <p:nvPr/>
        </p:nvGrpSpPr>
        <p:grpSpPr>
          <a:xfrm>
            <a:off x="735588" y="7321525"/>
            <a:ext cx="992463" cy="992463"/>
            <a:chOff x="0" y="0"/>
            <a:chExt cx="812800" cy="812800"/>
          </a:xfrm>
        </p:grpSpPr>
        <p:sp>
          <p:nvSpPr>
            <p:cNvPr id="531" name="Google Shape;531;p26"/>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2" name="Google Shape;532;p26"/>
            <p:cNvSpPr txBox="1"/>
            <p:nvPr/>
          </p:nvSpPr>
          <p:spPr>
            <a:xfrm>
              <a:off x="76200" y="19050"/>
              <a:ext cx="660400" cy="717550"/>
            </a:xfrm>
            <a:prstGeom prst="rect">
              <a:avLst/>
            </a:prstGeom>
            <a:noFill/>
            <a:ln>
              <a:noFill/>
            </a:ln>
          </p:spPr>
          <p:txBody>
            <a:bodyPr spcFirstLastPara="1" wrap="square" lIns="50800" tIns="50800" rIns="50800" bIns="50800" anchor="ctr" anchorCtr="0">
              <a:noAutofit/>
            </a:bodyPr>
            <a:lstStyle/>
            <a:p>
              <a:pPr marL="0" marR="0" lvl="0" indent="0" algn="ctr" rtl="0">
                <a:lnSpc>
                  <a:spcPct val="140014"/>
                </a:lnSpc>
                <a:spcBef>
                  <a:spcPts val="0"/>
                </a:spcBef>
                <a:spcAft>
                  <a:spcPts val="0"/>
                </a:spcAft>
                <a:buNone/>
              </a:pPr>
              <a:r>
                <a:rPr lang="en-US" sz="2699">
                  <a:solidFill>
                    <a:srgbClr val="FFFEFE"/>
                  </a:solidFill>
                  <a:latin typeface="Arial"/>
                  <a:ea typeface="Arial"/>
                  <a:cs typeface="Arial"/>
                  <a:sym typeface="Arial"/>
                </a:rPr>
                <a:t>9</a:t>
              </a:r>
              <a:endParaRPr/>
            </a:p>
          </p:txBody>
        </p:sp>
      </p:grpSp>
      <p:grpSp>
        <p:nvGrpSpPr>
          <p:cNvPr id="533" name="Google Shape;533;p26"/>
          <p:cNvGrpSpPr/>
          <p:nvPr/>
        </p:nvGrpSpPr>
        <p:grpSpPr>
          <a:xfrm>
            <a:off x="977741" y="3315742"/>
            <a:ext cx="508158" cy="543805"/>
            <a:chOff x="0" y="0"/>
            <a:chExt cx="812800" cy="869819"/>
          </a:xfrm>
        </p:grpSpPr>
        <p:sp>
          <p:nvSpPr>
            <p:cNvPr id="534" name="Google Shape;534;p26"/>
            <p:cNvSpPr/>
            <p:nvPr/>
          </p:nvSpPr>
          <p:spPr>
            <a:xfrm>
              <a:off x="0" y="0"/>
              <a:ext cx="812800" cy="869819"/>
            </a:xfrm>
            <a:custGeom>
              <a:avLst/>
              <a:gdLst/>
              <a:ahLst/>
              <a:cxnLst/>
              <a:rect l="l" t="t" r="r" b="b"/>
              <a:pathLst>
                <a:path w="812800" h="869819" extrusionOk="0">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cmpd="sng">
              <a:solidFill>
                <a:srgbClr val="FD6220"/>
              </a:solidFill>
              <a:prstDash val="solid"/>
              <a:miter lim="8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5" name="Google Shape;535;p26"/>
            <p:cNvSpPr txBox="1"/>
            <p:nvPr/>
          </p:nvSpPr>
          <p:spPr>
            <a:xfrm>
              <a:off x="76200" y="52970"/>
              <a:ext cx="660400" cy="735303"/>
            </a:xfrm>
            <a:prstGeom prst="rect">
              <a:avLst/>
            </a:prstGeom>
            <a:noFill/>
            <a:ln>
              <a:noFill/>
            </a:ln>
          </p:spPr>
          <p:txBody>
            <a:bodyPr spcFirstLastPara="1" wrap="square" lIns="50800" tIns="50800" rIns="50800" bIns="50800" anchor="ctr" anchorCtr="0">
              <a:noAutofit/>
            </a:bodyPr>
            <a:lstStyle/>
            <a:p>
              <a:pPr marL="0" marR="0" lvl="0" indent="0" algn="ctr" rtl="0">
                <a:lnSpc>
                  <a:spcPct val="140000"/>
                </a:lnSpc>
                <a:spcBef>
                  <a:spcPts val="0"/>
                </a:spcBef>
                <a:spcAft>
                  <a:spcPts val="0"/>
                </a:spcAft>
                <a:buNone/>
              </a:pPr>
              <a:r>
                <a:rPr lang="en-US" sz="1700">
                  <a:solidFill>
                    <a:srgbClr val="191919"/>
                  </a:solidFill>
                  <a:latin typeface="Arial"/>
                  <a:ea typeface="Arial"/>
                  <a:cs typeface="Arial"/>
                  <a:sym typeface="Arial"/>
                </a:rPr>
                <a:t>3</a:t>
              </a:r>
              <a:endParaRPr/>
            </a:p>
          </p:txBody>
        </p:sp>
      </p:grpSp>
      <p:grpSp>
        <p:nvGrpSpPr>
          <p:cNvPr id="536" name="Google Shape;536;p26"/>
          <p:cNvGrpSpPr/>
          <p:nvPr/>
        </p:nvGrpSpPr>
        <p:grpSpPr>
          <a:xfrm>
            <a:off x="977741" y="1982349"/>
            <a:ext cx="508158" cy="543805"/>
            <a:chOff x="0" y="0"/>
            <a:chExt cx="812800" cy="869819"/>
          </a:xfrm>
        </p:grpSpPr>
        <p:sp>
          <p:nvSpPr>
            <p:cNvPr id="537" name="Google Shape;537;p26"/>
            <p:cNvSpPr/>
            <p:nvPr/>
          </p:nvSpPr>
          <p:spPr>
            <a:xfrm>
              <a:off x="0" y="0"/>
              <a:ext cx="812800" cy="869819"/>
            </a:xfrm>
            <a:custGeom>
              <a:avLst/>
              <a:gdLst/>
              <a:ahLst/>
              <a:cxnLst/>
              <a:rect l="l" t="t" r="r" b="b"/>
              <a:pathLst>
                <a:path w="812800" h="869819" extrusionOk="0">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cmpd="sng">
              <a:solidFill>
                <a:srgbClr val="FD6220"/>
              </a:solidFill>
              <a:prstDash val="solid"/>
              <a:miter lim="8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8" name="Google Shape;538;p26"/>
            <p:cNvSpPr txBox="1"/>
            <p:nvPr/>
          </p:nvSpPr>
          <p:spPr>
            <a:xfrm>
              <a:off x="76200" y="52970"/>
              <a:ext cx="660400" cy="735303"/>
            </a:xfrm>
            <a:prstGeom prst="rect">
              <a:avLst/>
            </a:prstGeom>
            <a:noFill/>
            <a:ln>
              <a:noFill/>
            </a:ln>
          </p:spPr>
          <p:txBody>
            <a:bodyPr spcFirstLastPara="1" wrap="square" lIns="50800" tIns="50800" rIns="50800" bIns="50800" anchor="ctr" anchorCtr="0">
              <a:noAutofit/>
            </a:bodyPr>
            <a:lstStyle/>
            <a:p>
              <a:pPr marL="0" marR="0" lvl="0" indent="0" algn="ctr" rtl="0">
                <a:lnSpc>
                  <a:spcPct val="140000"/>
                </a:lnSpc>
                <a:spcBef>
                  <a:spcPts val="0"/>
                </a:spcBef>
                <a:spcAft>
                  <a:spcPts val="0"/>
                </a:spcAft>
                <a:buNone/>
              </a:pPr>
              <a:r>
                <a:rPr lang="en-US" sz="1700">
                  <a:solidFill>
                    <a:srgbClr val="191919"/>
                  </a:solidFill>
                  <a:latin typeface="Arial"/>
                  <a:ea typeface="Arial"/>
                  <a:cs typeface="Arial"/>
                  <a:sym typeface="Arial"/>
                </a:rPr>
                <a:t>1</a:t>
              </a:r>
              <a:endParaRPr/>
            </a:p>
          </p:txBody>
        </p:sp>
      </p:grpSp>
      <p:grpSp>
        <p:nvGrpSpPr>
          <p:cNvPr id="539" name="Google Shape;539;p26"/>
          <p:cNvGrpSpPr/>
          <p:nvPr/>
        </p:nvGrpSpPr>
        <p:grpSpPr>
          <a:xfrm>
            <a:off x="977741" y="3983373"/>
            <a:ext cx="508158" cy="543805"/>
            <a:chOff x="0" y="0"/>
            <a:chExt cx="812800" cy="869819"/>
          </a:xfrm>
        </p:grpSpPr>
        <p:sp>
          <p:nvSpPr>
            <p:cNvPr id="540" name="Google Shape;540;p26"/>
            <p:cNvSpPr/>
            <p:nvPr/>
          </p:nvSpPr>
          <p:spPr>
            <a:xfrm>
              <a:off x="0" y="0"/>
              <a:ext cx="812800" cy="869819"/>
            </a:xfrm>
            <a:custGeom>
              <a:avLst/>
              <a:gdLst/>
              <a:ahLst/>
              <a:cxnLst/>
              <a:rect l="l" t="t" r="r" b="b"/>
              <a:pathLst>
                <a:path w="812800" h="869819" extrusionOk="0">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cmpd="sng">
              <a:solidFill>
                <a:srgbClr val="FD6220"/>
              </a:solidFill>
              <a:prstDash val="solid"/>
              <a:miter lim="8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1" name="Google Shape;541;p26"/>
            <p:cNvSpPr txBox="1"/>
            <p:nvPr/>
          </p:nvSpPr>
          <p:spPr>
            <a:xfrm>
              <a:off x="76200" y="52970"/>
              <a:ext cx="660400" cy="735303"/>
            </a:xfrm>
            <a:prstGeom prst="rect">
              <a:avLst/>
            </a:prstGeom>
            <a:noFill/>
            <a:ln>
              <a:noFill/>
            </a:ln>
          </p:spPr>
          <p:txBody>
            <a:bodyPr spcFirstLastPara="1" wrap="square" lIns="50800" tIns="50800" rIns="50800" bIns="50800" anchor="ctr" anchorCtr="0">
              <a:noAutofit/>
            </a:bodyPr>
            <a:lstStyle/>
            <a:p>
              <a:pPr marL="0" marR="0" lvl="0" indent="0" algn="ctr" rtl="0">
                <a:lnSpc>
                  <a:spcPct val="140000"/>
                </a:lnSpc>
                <a:spcBef>
                  <a:spcPts val="0"/>
                </a:spcBef>
                <a:spcAft>
                  <a:spcPts val="0"/>
                </a:spcAft>
                <a:buNone/>
              </a:pPr>
              <a:r>
                <a:rPr lang="en-US" sz="1700">
                  <a:solidFill>
                    <a:srgbClr val="191919"/>
                  </a:solidFill>
                  <a:latin typeface="Arial"/>
                  <a:ea typeface="Arial"/>
                  <a:cs typeface="Arial"/>
                  <a:sym typeface="Arial"/>
                </a:rPr>
                <a:t>4</a:t>
              </a:r>
              <a:endParaRPr/>
            </a:p>
          </p:txBody>
        </p:sp>
      </p:grpSp>
      <p:grpSp>
        <p:nvGrpSpPr>
          <p:cNvPr id="542" name="Google Shape;542;p26"/>
          <p:cNvGrpSpPr/>
          <p:nvPr/>
        </p:nvGrpSpPr>
        <p:grpSpPr>
          <a:xfrm>
            <a:off x="977741" y="2648112"/>
            <a:ext cx="508158" cy="543805"/>
            <a:chOff x="0" y="0"/>
            <a:chExt cx="812800" cy="869819"/>
          </a:xfrm>
        </p:grpSpPr>
        <p:sp>
          <p:nvSpPr>
            <p:cNvPr id="543" name="Google Shape;543;p26"/>
            <p:cNvSpPr/>
            <p:nvPr/>
          </p:nvSpPr>
          <p:spPr>
            <a:xfrm>
              <a:off x="0" y="0"/>
              <a:ext cx="812800" cy="869819"/>
            </a:xfrm>
            <a:custGeom>
              <a:avLst/>
              <a:gdLst/>
              <a:ahLst/>
              <a:cxnLst/>
              <a:rect l="l" t="t" r="r" b="b"/>
              <a:pathLst>
                <a:path w="812800" h="869819" extrusionOk="0">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cmpd="sng">
              <a:solidFill>
                <a:srgbClr val="FD6220"/>
              </a:solidFill>
              <a:prstDash val="solid"/>
              <a:miter lim="8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4" name="Google Shape;544;p26"/>
            <p:cNvSpPr txBox="1"/>
            <p:nvPr/>
          </p:nvSpPr>
          <p:spPr>
            <a:xfrm>
              <a:off x="76200" y="52970"/>
              <a:ext cx="660400" cy="735303"/>
            </a:xfrm>
            <a:prstGeom prst="rect">
              <a:avLst/>
            </a:prstGeom>
            <a:noFill/>
            <a:ln>
              <a:noFill/>
            </a:ln>
          </p:spPr>
          <p:txBody>
            <a:bodyPr spcFirstLastPara="1" wrap="square" lIns="50800" tIns="50800" rIns="50800" bIns="50800" anchor="ctr" anchorCtr="0">
              <a:noAutofit/>
            </a:bodyPr>
            <a:lstStyle/>
            <a:p>
              <a:pPr marL="0" marR="0" lvl="0" indent="0" algn="ctr" rtl="0">
                <a:lnSpc>
                  <a:spcPct val="140000"/>
                </a:lnSpc>
                <a:spcBef>
                  <a:spcPts val="0"/>
                </a:spcBef>
                <a:spcAft>
                  <a:spcPts val="0"/>
                </a:spcAft>
                <a:buNone/>
              </a:pPr>
              <a:r>
                <a:rPr lang="en-US" sz="1700">
                  <a:solidFill>
                    <a:srgbClr val="191919"/>
                  </a:solidFill>
                  <a:latin typeface="Arial"/>
                  <a:ea typeface="Arial"/>
                  <a:cs typeface="Arial"/>
                  <a:sym typeface="Arial"/>
                </a:rPr>
                <a:t>2</a:t>
              </a:r>
              <a:endParaRPr/>
            </a:p>
          </p:txBody>
        </p:sp>
      </p:grpSp>
      <p:grpSp>
        <p:nvGrpSpPr>
          <p:cNvPr id="545" name="Google Shape;545;p26"/>
          <p:cNvGrpSpPr/>
          <p:nvPr/>
        </p:nvGrpSpPr>
        <p:grpSpPr>
          <a:xfrm>
            <a:off x="977741" y="5318634"/>
            <a:ext cx="508158" cy="543805"/>
            <a:chOff x="0" y="0"/>
            <a:chExt cx="812800" cy="869819"/>
          </a:xfrm>
        </p:grpSpPr>
        <p:sp>
          <p:nvSpPr>
            <p:cNvPr id="546" name="Google Shape;546;p26"/>
            <p:cNvSpPr/>
            <p:nvPr/>
          </p:nvSpPr>
          <p:spPr>
            <a:xfrm>
              <a:off x="0" y="0"/>
              <a:ext cx="812800" cy="869819"/>
            </a:xfrm>
            <a:custGeom>
              <a:avLst/>
              <a:gdLst/>
              <a:ahLst/>
              <a:cxnLst/>
              <a:rect l="l" t="t" r="r" b="b"/>
              <a:pathLst>
                <a:path w="812800" h="869819" extrusionOk="0">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cmpd="sng">
              <a:solidFill>
                <a:srgbClr val="FD6220"/>
              </a:solidFill>
              <a:prstDash val="solid"/>
              <a:miter lim="8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7" name="Google Shape;547;p26"/>
            <p:cNvSpPr txBox="1"/>
            <p:nvPr/>
          </p:nvSpPr>
          <p:spPr>
            <a:xfrm>
              <a:off x="76200" y="52970"/>
              <a:ext cx="660400" cy="735303"/>
            </a:xfrm>
            <a:prstGeom prst="rect">
              <a:avLst/>
            </a:prstGeom>
            <a:noFill/>
            <a:ln>
              <a:noFill/>
            </a:ln>
          </p:spPr>
          <p:txBody>
            <a:bodyPr spcFirstLastPara="1" wrap="square" lIns="50800" tIns="50800" rIns="50800" bIns="50800" anchor="ctr" anchorCtr="0">
              <a:noAutofit/>
            </a:bodyPr>
            <a:lstStyle/>
            <a:p>
              <a:pPr marL="0" marR="0" lvl="0" indent="0" algn="ctr" rtl="0">
                <a:lnSpc>
                  <a:spcPct val="140000"/>
                </a:lnSpc>
                <a:spcBef>
                  <a:spcPts val="0"/>
                </a:spcBef>
                <a:spcAft>
                  <a:spcPts val="0"/>
                </a:spcAft>
                <a:buNone/>
              </a:pPr>
              <a:r>
                <a:rPr lang="en-US" sz="1700">
                  <a:solidFill>
                    <a:srgbClr val="191919"/>
                  </a:solidFill>
                  <a:latin typeface="Arial"/>
                  <a:ea typeface="Arial"/>
                  <a:cs typeface="Arial"/>
                  <a:sym typeface="Arial"/>
                </a:rPr>
                <a:t>6</a:t>
              </a:r>
              <a:endParaRPr/>
            </a:p>
          </p:txBody>
        </p:sp>
      </p:grpSp>
      <p:grpSp>
        <p:nvGrpSpPr>
          <p:cNvPr id="548" name="Google Shape;548;p26"/>
          <p:cNvGrpSpPr/>
          <p:nvPr/>
        </p:nvGrpSpPr>
        <p:grpSpPr>
          <a:xfrm>
            <a:off x="977741" y="4651003"/>
            <a:ext cx="508158" cy="543805"/>
            <a:chOff x="0" y="0"/>
            <a:chExt cx="812800" cy="869819"/>
          </a:xfrm>
        </p:grpSpPr>
        <p:sp>
          <p:nvSpPr>
            <p:cNvPr id="549" name="Google Shape;549;p26"/>
            <p:cNvSpPr/>
            <p:nvPr/>
          </p:nvSpPr>
          <p:spPr>
            <a:xfrm>
              <a:off x="0" y="0"/>
              <a:ext cx="812800" cy="869819"/>
            </a:xfrm>
            <a:custGeom>
              <a:avLst/>
              <a:gdLst/>
              <a:ahLst/>
              <a:cxnLst/>
              <a:rect l="l" t="t" r="r" b="b"/>
              <a:pathLst>
                <a:path w="812800" h="869819" extrusionOk="0">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cmpd="sng">
              <a:solidFill>
                <a:srgbClr val="FD6220"/>
              </a:solidFill>
              <a:prstDash val="solid"/>
              <a:miter lim="8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0" name="Google Shape;550;p26"/>
            <p:cNvSpPr txBox="1"/>
            <p:nvPr/>
          </p:nvSpPr>
          <p:spPr>
            <a:xfrm>
              <a:off x="76200" y="52970"/>
              <a:ext cx="660400" cy="735303"/>
            </a:xfrm>
            <a:prstGeom prst="rect">
              <a:avLst/>
            </a:prstGeom>
            <a:noFill/>
            <a:ln>
              <a:noFill/>
            </a:ln>
          </p:spPr>
          <p:txBody>
            <a:bodyPr spcFirstLastPara="1" wrap="square" lIns="50800" tIns="50800" rIns="50800" bIns="50800" anchor="ctr" anchorCtr="0">
              <a:noAutofit/>
            </a:bodyPr>
            <a:lstStyle/>
            <a:p>
              <a:pPr marL="0" marR="0" lvl="0" indent="0" algn="ctr" rtl="0">
                <a:lnSpc>
                  <a:spcPct val="140000"/>
                </a:lnSpc>
                <a:spcBef>
                  <a:spcPts val="0"/>
                </a:spcBef>
                <a:spcAft>
                  <a:spcPts val="0"/>
                </a:spcAft>
                <a:buNone/>
              </a:pPr>
              <a:r>
                <a:rPr lang="en-US" sz="1700">
                  <a:solidFill>
                    <a:srgbClr val="191919"/>
                  </a:solidFill>
                  <a:latin typeface="Arial"/>
                  <a:ea typeface="Arial"/>
                  <a:cs typeface="Arial"/>
                  <a:sym typeface="Arial"/>
                </a:rPr>
                <a:t>5</a:t>
              </a:r>
              <a:endParaRPr/>
            </a:p>
          </p:txBody>
        </p:sp>
      </p:grpSp>
      <p:grpSp>
        <p:nvGrpSpPr>
          <p:cNvPr id="551" name="Google Shape;551;p26"/>
          <p:cNvGrpSpPr/>
          <p:nvPr/>
        </p:nvGrpSpPr>
        <p:grpSpPr>
          <a:xfrm>
            <a:off x="977741" y="5986264"/>
            <a:ext cx="508158" cy="543805"/>
            <a:chOff x="0" y="0"/>
            <a:chExt cx="812800" cy="869819"/>
          </a:xfrm>
        </p:grpSpPr>
        <p:sp>
          <p:nvSpPr>
            <p:cNvPr id="552" name="Google Shape;552;p26"/>
            <p:cNvSpPr/>
            <p:nvPr/>
          </p:nvSpPr>
          <p:spPr>
            <a:xfrm>
              <a:off x="0" y="0"/>
              <a:ext cx="812800" cy="869819"/>
            </a:xfrm>
            <a:custGeom>
              <a:avLst/>
              <a:gdLst/>
              <a:ahLst/>
              <a:cxnLst/>
              <a:rect l="l" t="t" r="r" b="b"/>
              <a:pathLst>
                <a:path w="812800" h="869819" extrusionOk="0">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cmpd="sng">
              <a:solidFill>
                <a:srgbClr val="FD6220"/>
              </a:solidFill>
              <a:prstDash val="solid"/>
              <a:miter lim="8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3" name="Google Shape;553;p26"/>
            <p:cNvSpPr txBox="1"/>
            <p:nvPr/>
          </p:nvSpPr>
          <p:spPr>
            <a:xfrm>
              <a:off x="76200" y="52970"/>
              <a:ext cx="660400" cy="735303"/>
            </a:xfrm>
            <a:prstGeom prst="rect">
              <a:avLst/>
            </a:prstGeom>
            <a:noFill/>
            <a:ln>
              <a:noFill/>
            </a:ln>
          </p:spPr>
          <p:txBody>
            <a:bodyPr spcFirstLastPara="1" wrap="square" lIns="50800" tIns="50800" rIns="50800" bIns="50800" anchor="ctr" anchorCtr="0">
              <a:noAutofit/>
            </a:bodyPr>
            <a:lstStyle/>
            <a:p>
              <a:pPr marL="0" marR="0" lvl="0" indent="0" algn="ctr" rtl="0">
                <a:lnSpc>
                  <a:spcPct val="140000"/>
                </a:lnSpc>
                <a:spcBef>
                  <a:spcPts val="0"/>
                </a:spcBef>
                <a:spcAft>
                  <a:spcPts val="0"/>
                </a:spcAft>
                <a:buNone/>
              </a:pPr>
              <a:r>
                <a:rPr lang="en-US" sz="1700">
                  <a:solidFill>
                    <a:srgbClr val="191919"/>
                  </a:solidFill>
                  <a:latin typeface="Arial"/>
                  <a:ea typeface="Arial"/>
                  <a:cs typeface="Arial"/>
                  <a:sym typeface="Arial"/>
                </a:rPr>
                <a:t>7</a:t>
              </a:r>
              <a:endParaRPr/>
            </a:p>
          </p:txBody>
        </p:sp>
      </p:grpSp>
      <p:grpSp>
        <p:nvGrpSpPr>
          <p:cNvPr id="554" name="Google Shape;554;p26"/>
          <p:cNvGrpSpPr/>
          <p:nvPr/>
        </p:nvGrpSpPr>
        <p:grpSpPr>
          <a:xfrm>
            <a:off x="977741" y="6653894"/>
            <a:ext cx="508158" cy="543805"/>
            <a:chOff x="0" y="0"/>
            <a:chExt cx="812800" cy="869819"/>
          </a:xfrm>
        </p:grpSpPr>
        <p:sp>
          <p:nvSpPr>
            <p:cNvPr id="555" name="Google Shape;555;p26"/>
            <p:cNvSpPr/>
            <p:nvPr/>
          </p:nvSpPr>
          <p:spPr>
            <a:xfrm>
              <a:off x="0" y="0"/>
              <a:ext cx="812800" cy="869819"/>
            </a:xfrm>
            <a:custGeom>
              <a:avLst/>
              <a:gdLst/>
              <a:ahLst/>
              <a:cxnLst/>
              <a:rect l="l" t="t" r="r" b="b"/>
              <a:pathLst>
                <a:path w="812800" h="869819" extrusionOk="0">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cmpd="sng">
              <a:solidFill>
                <a:srgbClr val="FD6220"/>
              </a:solidFill>
              <a:prstDash val="solid"/>
              <a:miter lim="8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6" name="Google Shape;556;p26"/>
            <p:cNvSpPr txBox="1"/>
            <p:nvPr/>
          </p:nvSpPr>
          <p:spPr>
            <a:xfrm>
              <a:off x="76200" y="52970"/>
              <a:ext cx="660400" cy="735303"/>
            </a:xfrm>
            <a:prstGeom prst="rect">
              <a:avLst/>
            </a:prstGeom>
            <a:noFill/>
            <a:ln>
              <a:noFill/>
            </a:ln>
          </p:spPr>
          <p:txBody>
            <a:bodyPr spcFirstLastPara="1" wrap="square" lIns="50800" tIns="50800" rIns="50800" bIns="50800" anchor="ctr" anchorCtr="0">
              <a:noAutofit/>
            </a:bodyPr>
            <a:lstStyle/>
            <a:p>
              <a:pPr marL="0" marR="0" lvl="0" indent="0" algn="ctr" rtl="0">
                <a:lnSpc>
                  <a:spcPct val="140000"/>
                </a:lnSpc>
                <a:spcBef>
                  <a:spcPts val="0"/>
                </a:spcBef>
                <a:spcAft>
                  <a:spcPts val="0"/>
                </a:spcAft>
                <a:buNone/>
              </a:pPr>
              <a:r>
                <a:rPr lang="en-US" sz="1700">
                  <a:solidFill>
                    <a:srgbClr val="191919"/>
                  </a:solidFill>
                  <a:latin typeface="Arial"/>
                  <a:ea typeface="Arial"/>
                  <a:cs typeface="Arial"/>
                  <a:sym typeface="Arial"/>
                </a:rPr>
                <a:t>8</a:t>
              </a:r>
              <a:endParaRPr/>
            </a:p>
          </p:txBody>
        </p:sp>
      </p:grpSp>
      <p:sp>
        <p:nvSpPr>
          <p:cNvPr id="557" name="Google Shape;557;p26"/>
          <p:cNvSpPr/>
          <p:nvPr/>
        </p:nvSpPr>
        <p:spPr>
          <a:xfrm>
            <a:off x="16313420" y="1028700"/>
            <a:ext cx="945880" cy="236470"/>
          </a:xfrm>
          <a:custGeom>
            <a:avLst/>
            <a:gdLst/>
            <a:ahLst/>
            <a:cxnLst/>
            <a:rect l="l" t="t" r="r" b="b"/>
            <a:pathLst>
              <a:path w="945880" h="236470" extrusionOk="0">
                <a:moveTo>
                  <a:pt x="0" y="0"/>
                </a:moveTo>
                <a:lnTo>
                  <a:pt x="945880" y="0"/>
                </a:lnTo>
                <a:lnTo>
                  <a:pt x="945880" y="236470"/>
                </a:lnTo>
                <a:lnTo>
                  <a:pt x="0" y="236470"/>
                </a:lnTo>
                <a:lnTo>
                  <a:pt x="0" y="0"/>
                </a:lnTo>
                <a:close/>
              </a:path>
            </a:pathLst>
          </a:custGeom>
          <a:noFill/>
          <a:ln>
            <a:noFill/>
          </a:ln>
        </p:spPr>
      </p:sp>
      <p:grpSp>
        <p:nvGrpSpPr>
          <p:cNvPr id="558" name="Google Shape;558;p26"/>
          <p:cNvGrpSpPr/>
          <p:nvPr/>
        </p:nvGrpSpPr>
        <p:grpSpPr>
          <a:xfrm>
            <a:off x="16786360" y="-353712"/>
            <a:ext cx="10994424" cy="10994424"/>
            <a:chOff x="0" y="0"/>
            <a:chExt cx="812800" cy="812800"/>
          </a:xfrm>
        </p:grpSpPr>
        <p:sp>
          <p:nvSpPr>
            <p:cNvPr id="559" name="Google Shape;559;p26"/>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noFill/>
            <a:ln w="619125" cap="sq" cmpd="sng">
              <a:solidFill>
                <a:srgbClr val="FD6220">
                  <a:alpha val="11764"/>
                </a:srgbClr>
              </a:solidFill>
              <a:prstDash val="solid"/>
              <a:miter lim="8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0" name="Google Shape;560;p26"/>
            <p:cNvSpPr txBox="1"/>
            <p:nvPr/>
          </p:nvSpPr>
          <p:spPr>
            <a:xfrm>
              <a:off x="76200" y="47625"/>
              <a:ext cx="660400" cy="688975"/>
            </a:xfrm>
            <a:prstGeom prst="rect">
              <a:avLst/>
            </a:prstGeom>
            <a:noFill/>
            <a:ln>
              <a:noFill/>
            </a:ln>
          </p:spPr>
          <p:txBody>
            <a:bodyPr spcFirstLastPara="1" wrap="square" lIns="50800" tIns="50800" rIns="50800" bIns="50800" anchor="ctr" anchorCtr="0">
              <a:noAutofit/>
            </a:bodyPr>
            <a:lstStyle/>
            <a:p>
              <a:pPr marL="0" marR="0" lvl="0" indent="0" algn="ctr" rtl="0">
                <a:lnSpc>
                  <a:spcPct val="147722"/>
                </a:lnSpc>
                <a:spcBef>
                  <a:spcPts val="0"/>
                </a:spcBef>
                <a:spcAft>
                  <a:spcPts val="0"/>
                </a:spcAft>
                <a:buNone/>
              </a:pPr>
              <a:endParaRPr sz="1800">
                <a:solidFill>
                  <a:schemeClr val="dk1"/>
                </a:solidFill>
                <a:latin typeface="Calibri"/>
                <a:ea typeface="Calibri"/>
                <a:cs typeface="Calibri"/>
                <a:sym typeface="Calibri"/>
              </a:endParaRPr>
            </a:p>
          </p:txBody>
        </p:sp>
      </p:grpSp>
      <p:sp>
        <p:nvSpPr>
          <p:cNvPr id="561" name="Google Shape;561;p26"/>
          <p:cNvSpPr txBox="1"/>
          <p:nvPr/>
        </p:nvSpPr>
        <p:spPr>
          <a:xfrm>
            <a:off x="190500" y="290493"/>
            <a:ext cx="17907000" cy="830997"/>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4800" b="1">
                <a:solidFill>
                  <a:srgbClr val="0033CC"/>
                </a:solidFill>
                <a:latin typeface="Times New Roman"/>
                <a:ea typeface="Times New Roman"/>
                <a:cs typeface="Times New Roman"/>
                <a:sym typeface="Times New Roman"/>
              </a:rPr>
              <a:t>ADVANTAGES &amp; LIMITATIONS</a:t>
            </a:r>
            <a:endParaRPr sz="4800" b="1">
              <a:solidFill>
                <a:srgbClr val="0033CC"/>
              </a:solidFill>
              <a:latin typeface="Times New Roman"/>
              <a:ea typeface="Times New Roman"/>
              <a:cs typeface="Times New Roman"/>
              <a:sym typeface="Times New Roman"/>
            </a:endParaRPr>
          </a:p>
        </p:txBody>
      </p:sp>
      <p:graphicFrame>
        <p:nvGraphicFramePr>
          <p:cNvPr id="4" name="Table 3">
            <a:extLst>
              <a:ext uri="{FF2B5EF4-FFF2-40B4-BE49-F238E27FC236}">
                <a16:creationId xmlns:a16="http://schemas.microsoft.com/office/drawing/2014/main" id="{B13DA39A-3971-A31B-4538-4FE924B8AABF}"/>
              </a:ext>
            </a:extLst>
          </p:cNvPr>
          <p:cNvGraphicFramePr>
            <a:graphicFrameLocks noGrp="1"/>
          </p:cNvGraphicFramePr>
          <p:nvPr>
            <p:extLst>
              <p:ext uri="{D42A27DB-BD31-4B8C-83A1-F6EECF244321}">
                <p14:modId xmlns:p14="http://schemas.microsoft.com/office/powerpoint/2010/main" val="2812304990"/>
              </p:ext>
            </p:extLst>
          </p:nvPr>
        </p:nvGraphicFramePr>
        <p:xfrm>
          <a:off x="3048000" y="1079500"/>
          <a:ext cx="12192000" cy="8366760"/>
        </p:xfrm>
        <a:graphic>
          <a:graphicData uri="http://schemas.openxmlformats.org/drawingml/2006/table">
            <a:tbl>
              <a:tblPr firstRow="1" bandRow="1">
                <a:tableStyleId>{93296810-A885-4BE3-A3E7-6D5BEEA58F35}</a:tableStyleId>
              </a:tblPr>
              <a:tblGrid>
                <a:gridCol w="12192000">
                  <a:extLst>
                    <a:ext uri="{9D8B030D-6E8A-4147-A177-3AD203B41FA5}">
                      <a16:colId xmlns:a16="http://schemas.microsoft.com/office/drawing/2014/main" val="3143337299"/>
                    </a:ext>
                  </a:extLst>
                </a:gridCol>
              </a:tblGrid>
              <a:tr h="370840">
                <a:tc>
                  <a:txBody>
                    <a:bodyPr/>
                    <a:lstStyle/>
                    <a:p>
                      <a:r>
                        <a:rPr lang="en-IN" sz="2800" dirty="0"/>
                        <a:t>ADVANTAGES:</a:t>
                      </a:r>
                    </a:p>
                    <a:p>
                      <a:pPr marL="457200" indent="-457200">
                        <a:buFont typeface="Arial" panose="020B0604020202020204" pitchFamily="34" charset="0"/>
                        <a:buChar char="•"/>
                      </a:pPr>
                      <a:r>
                        <a:rPr lang="en-US" sz="2500" b="1" dirty="0"/>
                        <a:t>Centralized Learning Hub: </a:t>
                      </a:r>
                      <a:r>
                        <a:rPr lang="en-US" sz="2500" dirty="0"/>
                        <a:t>Integrates document storage, subject tracking, and task management into a single platform, reducing academic disorganization.</a:t>
                      </a:r>
                    </a:p>
                    <a:p>
                      <a:pPr marL="457200" indent="-457200">
                        <a:buFont typeface="Arial" panose="020B0604020202020204" pitchFamily="34" charset="0"/>
                        <a:buChar char="•"/>
                      </a:pPr>
                      <a:r>
                        <a:rPr lang="en-US" sz="2500" b="1" dirty="0"/>
                        <a:t>Smart Study Tools:</a:t>
                      </a:r>
                      <a:r>
                        <a:rPr lang="en-US" sz="2500" dirty="0"/>
                        <a:t> Features like </a:t>
                      </a:r>
                      <a:r>
                        <a:rPr lang="en-US" sz="2500" b="1" dirty="0"/>
                        <a:t>Revision Card Modals</a:t>
                      </a:r>
                      <a:r>
                        <a:rPr lang="en-US" sz="2500" dirty="0"/>
                        <a:t> and subject-linked document mapping provide a more focused study experience than generic file explorers.</a:t>
                      </a:r>
                    </a:p>
                    <a:p>
                      <a:pPr marL="457200" indent="-457200">
                        <a:buFont typeface="Arial" panose="020B0604020202020204" pitchFamily="34" charset="0"/>
                        <a:buChar char="•"/>
                      </a:pPr>
                      <a:r>
                        <a:rPr lang="en-US" sz="2500" b="1" dirty="0"/>
                        <a:t>Enhanced Productivity:</a:t>
                      </a:r>
                      <a:r>
                        <a:rPr lang="en-US" sz="2500" dirty="0"/>
                        <a:t> Real-time tracking through the </a:t>
                      </a:r>
                      <a:r>
                        <a:rPr lang="en-US" sz="2500" b="1" dirty="0"/>
                        <a:t>Recent Activity Feed</a:t>
                      </a:r>
                      <a:r>
                        <a:rPr lang="en-US" sz="2500" dirty="0"/>
                        <a:t> and automated </a:t>
                      </a:r>
                      <a:r>
                        <a:rPr lang="en-US" sz="2500" b="1" dirty="0"/>
                        <a:t>To-Do Reminders</a:t>
                      </a:r>
                      <a:r>
                        <a:rPr lang="en-US" sz="2500" dirty="0"/>
                        <a:t> keep students on schedule.</a:t>
                      </a:r>
                    </a:p>
                    <a:p>
                      <a:pPr marL="457200" indent="-457200">
                        <a:buFont typeface="Arial" panose="020B0604020202020204" pitchFamily="34" charset="0"/>
                        <a:buChar char="•"/>
                      </a:pPr>
                      <a:r>
                        <a:rPr lang="en-US" sz="2500" b="1" dirty="0"/>
                        <a:t>Professional Tech Stack:</a:t>
                      </a:r>
                      <a:r>
                        <a:rPr lang="en-US" sz="2500" dirty="0"/>
                        <a:t> Built using industry-standard technologies like </a:t>
                      </a:r>
                      <a:r>
                        <a:rPr lang="en-US" sz="2500" b="1" dirty="0"/>
                        <a:t>Spring Boot</a:t>
                      </a:r>
                      <a:r>
                        <a:rPr lang="en-US" sz="2500" dirty="0"/>
                        <a:t>, </a:t>
                      </a:r>
                      <a:r>
                        <a:rPr lang="en-US" sz="2500" b="1" dirty="0"/>
                        <a:t>MySQL</a:t>
                      </a:r>
                      <a:r>
                        <a:rPr lang="en-US" sz="2500" dirty="0"/>
                        <a:t>, and </a:t>
                      </a:r>
                      <a:r>
                        <a:rPr lang="en-US" sz="2500" b="1" dirty="0"/>
                        <a:t>Spring Security</a:t>
                      </a:r>
                      <a:r>
                        <a:rPr lang="en-US" sz="2500" dirty="0"/>
                        <a:t>, ensuring scalability and data safety.</a:t>
                      </a:r>
                    </a:p>
                    <a:p>
                      <a:endParaRPr lang="en-IN" sz="2800" dirty="0">
                        <a:latin typeface="Calibri" panose="020F0502020204030204" pitchFamily="34" charset="0"/>
                        <a:ea typeface="Calibri" panose="020F0502020204030204" pitchFamily="34" charset="0"/>
                        <a:cs typeface="Calibri" panose="020F0502020204030204" pitchFamily="34" charset="0"/>
                      </a:endParaRPr>
                    </a:p>
                  </a:txBody>
                  <a:tcPr/>
                </a:tc>
                <a:extLst>
                  <a:ext uri="{0D108BD9-81ED-4DB2-BD59-A6C34878D82A}">
                    <a16:rowId xmlns:a16="http://schemas.microsoft.com/office/drawing/2014/main" val="769147659"/>
                  </a:ext>
                </a:extLst>
              </a:tr>
              <a:tr h="370840">
                <a:tc>
                  <a:txBody>
                    <a:bodyPr/>
                    <a:lstStyle/>
                    <a:p>
                      <a:r>
                        <a:rPr lang="en-IN" sz="2800" dirty="0"/>
                        <a:t>LIMITATIONS:</a:t>
                      </a:r>
                    </a:p>
                    <a:p>
                      <a:r>
                        <a:rPr lang="en-US" sz="2500" b="1" dirty="0"/>
                        <a:t>Offline Access:</a:t>
                      </a:r>
                      <a:r>
                        <a:rPr lang="en-US" sz="2500" dirty="0"/>
                        <a:t> The application currently requires a server connection; offline mode with local storage synchronization is not yet implemented.</a:t>
                      </a:r>
                    </a:p>
                    <a:p>
                      <a:r>
                        <a:rPr lang="en-US" sz="2500" b="1" dirty="0"/>
                        <a:t>Limited File Formats:</a:t>
                      </a:r>
                      <a:r>
                        <a:rPr lang="en-US" sz="2500" dirty="0"/>
                        <a:t> While optimized for PDFs and PPTs, the system does not currently support real-time editing of these documents within the browser.</a:t>
                      </a:r>
                    </a:p>
                    <a:p>
                      <a:r>
                        <a:rPr lang="en-US" sz="2500" b="1" dirty="0"/>
                        <a:t>Manual Entry:</a:t>
                      </a:r>
                      <a:r>
                        <a:rPr lang="en-US" sz="2500" dirty="0"/>
                        <a:t> Revision cards and tasks must be entered manually; automated summary generation via AI (like Gemini) is a planned future update.</a:t>
                      </a:r>
                    </a:p>
                    <a:p>
                      <a:endParaRPr lang="en-IN" sz="2800" dirty="0">
                        <a:latin typeface="Calibri" panose="020F0502020204030204" pitchFamily="34" charset="0"/>
                        <a:ea typeface="Calibri" panose="020F0502020204030204" pitchFamily="34" charset="0"/>
                        <a:cs typeface="Calibri" panose="020F0502020204030204" pitchFamily="34" charset="0"/>
                      </a:endParaRPr>
                    </a:p>
                  </a:txBody>
                  <a:tcPr/>
                </a:tc>
                <a:extLst>
                  <a:ext uri="{0D108BD9-81ED-4DB2-BD59-A6C34878D82A}">
                    <a16:rowId xmlns:a16="http://schemas.microsoft.com/office/drawing/2014/main" val="1035864023"/>
                  </a:ext>
                </a:extLst>
              </a:tr>
            </a:tbl>
          </a:graphicData>
        </a:graphic>
      </p:graphicFrame>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Shape 565"/>
        <p:cNvGrpSpPr/>
        <p:nvPr/>
      </p:nvGrpSpPr>
      <p:grpSpPr>
        <a:xfrm>
          <a:off x="0" y="0"/>
          <a:ext cx="0" cy="0"/>
          <a:chOff x="0" y="0"/>
          <a:chExt cx="0" cy="0"/>
        </a:xfrm>
      </p:grpSpPr>
      <p:sp>
        <p:nvSpPr>
          <p:cNvPr id="566" name="Google Shape;566;p27"/>
          <p:cNvSpPr/>
          <p:nvPr/>
        </p:nvSpPr>
        <p:spPr>
          <a:xfrm>
            <a:off x="16313420" y="1028700"/>
            <a:ext cx="945880" cy="236470"/>
          </a:xfrm>
          <a:custGeom>
            <a:avLst/>
            <a:gdLst/>
            <a:ahLst/>
            <a:cxnLst/>
            <a:rect l="l" t="t" r="r" b="b"/>
            <a:pathLst>
              <a:path w="945880" h="236470" extrusionOk="0">
                <a:moveTo>
                  <a:pt x="0" y="0"/>
                </a:moveTo>
                <a:lnTo>
                  <a:pt x="945880" y="0"/>
                </a:lnTo>
                <a:lnTo>
                  <a:pt x="945880" y="236470"/>
                </a:lnTo>
                <a:lnTo>
                  <a:pt x="0" y="236470"/>
                </a:lnTo>
                <a:lnTo>
                  <a:pt x="0" y="0"/>
                </a:lnTo>
                <a:close/>
              </a:path>
            </a:pathLst>
          </a:custGeom>
          <a:noFill/>
          <a:ln>
            <a:noFill/>
          </a:ln>
        </p:spPr>
      </p:sp>
      <p:sp>
        <p:nvSpPr>
          <p:cNvPr id="567" name="Google Shape;567;p27"/>
          <p:cNvSpPr txBox="1"/>
          <p:nvPr/>
        </p:nvSpPr>
        <p:spPr>
          <a:xfrm>
            <a:off x="3200400" y="4486172"/>
            <a:ext cx="11159653" cy="1314655"/>
          </a:xfrm>
          <a:prstGeom prst="rect">
            <a:avLst/>
          </a:prstGeom>
          <a:noFill/>
          <a:ln>
            <a:noFill/>
          </a:ln>
        </p:spPr>
        <p:txBody>
          <a:bodyPr spcFirstLastPara="1" wrap="square" lIns="0" tIns="0" rIns="0" bIns="0" anchor="t" anchorCtr="0">
            <a:spAutoFit/>
          </a:bodyPr>
          <a:lstStyle/>
          <a:p>
            <a:pPr marL="0" marR="0" lvl="0" indent="0" algn="ctr" rtl="0">
              <a:lnSpc>
                <a:spcPct val="90997"/>
              </a:lnSpc>
              <a:spcBef>
                <a:spcPts val="0"/>
              </a:spcBef>
              <a:spcAft>
                <a:spcPts val="0"/>
              </a:spcAft>
              <a:buNone/>
            </a:pPr>
            <a:r>
              <a:rPr lang="en-US" sz="11153" b="1" i="1">
                <a:solidFill>
                  <a:srgbClr val="191919"/>
                </a:solidFill>
                <a:latin typeface="Montserrat"/>
                <a:ea typeface="Montserrat"/>
                <a:cs typeface="Montserrat"/>
                <a:sym typeface="Montserrat"/>
              </a:rPr>
              <a:t>Thank you</a:t>
            </a:r>
            <a:endParaRPr/>
          </a:p>
        </p:txBody>
      </p:sp>
      <p:grpSp>
        <p:nvGrpSpPr>
          <p:cNvPr id="568" name="Google Shape;568;p27"/>
          <p:cNvGrpSpPr/>
          <p:nvPr/>
        </p:nvGrpSpPr>
        <p:grpSpPr>
          <a:xfrm>
            <a:off x="16786360" y="-353712"/>
            <a:ext cx="10994424" cy="10994424"/>
            <a:chOff x="0" y="0"/>
            <a:chExt cx="812800" cy="812800"/>
          </a:xfrm>
        </p:grpSpPr>
        <p:sp>
          <p:nvSpPr>
            <p:cNvPr id="569" name="Google Shape;569;p27"/>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noFill/>
            <a:ln w="619125" cap="sq" cmpd="sng">
              <a:solidFill>
                <a:srgbClr val="FD6220">
                  <a:alpha val="11764"/>
                </a:srgbClr>
              </a:solidFill>
              <a:prstDash val="solid"/>
              <a:miter lim="8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0" name="Google Shape;570;p27"/>
            <p:cNvSpPr txBox="1"/>
            <p:nvPr/>
          </p:nvSpPr>
          <p:spPr>
            <a:xfrm>
              <a:off x="76200" y="47625"/>
              <a:ext cx="660400" cy="688975"/>
            </a:xfrm>
            <a:prstGeom prst="rect">
              <a:avLst/>
            </a:prstGeom>
            <a:noFill/>
            <a:ln>
              <a:noFill/>
            </a:ln>
          </p:spPr>
          <p:txBody>
            <a:bodyPr spcFirstLastPara="1" wrap="square" lIns="50800" tIns="50800" rIns="50800" bIns="50800" anchor="ctr" anchorCtr="0">
              <a:noAutofit/>
            </a:bodyPr>
            <a:lstStyle/>
            <a:p>
              <a:pPr marL="0" marR="0" lvl="0" indent="0" algn="ctr" rtl="0">
                <a:lnSpc>
                  <a:spcPct val="147722"/>
                </a:lnSpc>
                <a:spcBef>
                  <a:spcPts val="0"/>
                </a:spcBef>
                <a:spcAft>
                  <a:spcPts val="0"/>
                </a:spcAft>
                <a:buNone/>
              </a:pPr>
              <a:endParaRPr sz="1800">
                <a:solidFill>
                  <a:schemeClr val="dk1"/>
                </a:solidFill>
                <a:latin typeface="Calibri"/>
                <a:ea typeface="Calibri"/>
                <a:cs typeface="Calibri"/>
                <a:sym typeface="Calibri"/>
              </a:endParaRPr>
            </a:p>
          </p:txBody>
        </p:sp>
      </p:grpSp>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10</TotalTime>
  <Words>1087</Words>
  <Application>Microsoft Office PowerPoint</Application>
  <PresentationFormat>Custom</PresentationFormat>
  <Paragraphs>275</Paragraphs>
  <Slides>15</Slides>
  <Notes>15</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15</vt:i4>
      </vt:variant>
    </vt:vector>
  </HeadingPairs>
  <TitlesOfParts>
    <vt:vector size="22" baseType="lpstr">
      <vt:lpstr>Arial</vt:lpstr>
      <vt:lpstr>Times New Roman</vt:lpstr>
      <vt:lpstr>Calibri</vt:lpstr>
      <vt:lpstr>Bookman Old Style</vt:lpstr>
      <vt:lpstr>Montserrat</vt:lpstr>
      <vt:lpstr>Cambria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SAIPAVAN KVRN</dc:creator>
  <cp:lastModifiedBy>SAIPAVAN KVRN</cp:lastModifiedBy>
  <cp:revision>5</cp:revision>
  <dcterms:modified xsi:type="dcterms:W3CDTF">2026-04-01T07:54:50Z</dcterms:modified>
</cp:coreProperties>
</file>